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notesMasterIdLst>
    <p:notesMasterId r:id="rId16"/>
  </p:notesMasterIdLst>
  <p:sldIdLst>
    <p:sldId id="257" r:id="rId3"/>
    <p:sldId id="267" r:id="rId4"/>
    <p:sldId id="268" r:id="rId5"/>
    <p:sldId id="269" r:id="rId6"/>
    <p:sldId id="270" r:id="rId7"/>
    <p:sldId id="271" r:id="rId8"/>
    <p:sldId id="263" r:id="rId9"/>
    <p:sldId id="260" r:id="rId10"/>
    <p:sldId id="261" r:id="rId11"/>
    <p:sldId id="262" r:id="rId12"/>
    <p:sldId id="272" r:id="rId13"/>
    <p:sldId id="264" r:id="rId14"/>
    <p:sldId id="265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53B6F-23C9-4507-8C1E-5E971F0EEB14}" v="41" dt="2025-12-02T12:21:11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6" autoAdjust="0"/>
    <p:restoredTop sz="94702"/>
  </p:normalViewPr>
  <p:slideViewPr>
    <p:cSldViewPr snapToGrid="0" snapToObjects="1">
      <p:cViewPr>
        <p:scale>
          <a:sx n="60" d="100"/>
          <a:sy n="60" d="100"/>
        </p:scale>
        <p:origin x="11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Gonzalez Escalona" userId="077cc45c-fe67-405f-b775-fe760d45482a" providerId="ADAL" clId="{9D64AB05-C138-4EE2-88C1-7C3DFCDD7970}"/>
    <pc:docChg chg="undo custSel addSld delSld modSld">
      <pc:chgData name="Victoria Gonzalez Escalona" userId="077cc45c-fe67-405f-b775-fe760d45482a" providerId="ADAL" clId="{9D64AB05-C138-4EE2-88C1-7C3DFCDD7970}" dt="2025-12-02T14:49:16.612" v="2687" actId="20577"/>
      <pc:docMkLst>
        <pc:docMk/>
      </pc:docMkLst>
      <pc:sldChg chg="modSp mod">
        <pc:chgData name="Victoria Gonzalez Escalona" userId="077cc45c-fe67-405f-b775-fe760d45482a" providerId="ADAL" clId="{9D64AB05-C138-4EE2-88C1-7C3DFCDD7970}" dt="2025-12-02T12:02:03.633" v="2072" actId="207"/>
        <pc:sldMkLst>
          <pc:docMk/>
          <pc:sldMk cId="1647141476" sldId="257"/>
        </pc:sldMkLst>
        <pc:spChg chg="mod">
          <ac:chgData name="Victoria Gonzalez Escalona" userId="077cc45c-fe67-405f-b775-fe760d45482a" providerId="ADAL" clId="{9D64AB05-C138-4EE2-88C1-7C3DFCDD7970}" dt="2025-12-02T12:02:03.633" v="2072" actId="207"/>
          <ac:spMkLst>
            <pc:docMk/>
            <pc:sldMk cId="1647141476" sldId="257"/>
            <ac:spMk id="2" creationId="{A732B726-75E7-F4DA-C5EA-28240AE4B0C8}"/>
          </ac:spMkLst>
        </pc:spChg>
      </pc:sldChg>
      <pc:sldChg chg="addSp delSp modSp del mod">
        <pc:chgData name="Victoria Gonzalez Escalona" userId="077cc45c-fe67-405f-b775-fe760d45482a" providerId="ADAL" clId="{9D64AB05-C138-4EE2-88C1-7C3DFCDD7970}" dt="2025-12-02T11:23:17.492" v="1398" actId="2696"/>
        <pc:sldMkLst>
          <pc:docMk/>
          <pc:sldMk cId="1408039666" sldId="259"/>
        </pc:sldMkLst>
        <pc:spChg chg="add mod">
          <ac:chgData name="Victoria Gonzalez Escalona" userId="077cc45c-fe67-405f-b775-fe760d45482a" providerId="ADAL" clId="{9D64AB05-C138-4EE2-88C1-7C3DFCDD7970}" dt="2025-12-02T11:22:53.158" v="1396" actId="2711"/>
          <ac:spMkLst>
            <pc:docMk/>
            <pc:sldMk cId="1408039666" sldId="259"/>
            <ac:spMk id="6" creationId="{3E479FD6-2558-3871-B321-EF50C648A258}"/>
          </ac:spMkLst>
        </pc:spChg>
        <pc:spChg chg="mod">
          <ac:chgData name="Victoria Gonzalez Escalona" userId="077cc45c-fe67-405f-b775-fe760d45482a" providerId="ADAL" clId="{9D64AB05-C138-4EE2-88C1-7C3DFCDD7970}" dt="2025-12-02T11:23:09.426" v="1397"/>
          <ac:spMkLst>
            <pc:docMk/>
            <pc:sldMk cId="1408039666" sldId="259"/>
            <ac:spMk id="7" creationId="{492A83D9-EEB1-E5F3-FFE9-E1FF54A721C4}"/>
          </ac:spMkLst>
        </pc:spChg>
      </pc:sldChg>
      <pc:sldChg chg="modSp mod">
        <pc:chgData name="Victoria Gonzalez Escalona" userId="077cc45c-fe67-405f-b775-fe760d45482a" providerId="ADAL" clId="{9D64AB05-C138-4EE2-88C1-7C3DFCDD7970}" dt="2025-12-02T14:49:16.612" v="2687" actId="20577"/>
        <pc:sldMkLst>
          <pc:docMk/>
          <pc:sldMk cId="1399689397" sldId="260"/>
        </pc:sldMkLst>
        <pc:spChg chg="mod">
          <ac:chgData name="Victoria Gonzalez Escalona" userId="077cc45c-fe67-405f-b775-fe760d45482a" providerId="ADAL" clId="{9D64AB05-C138-4EE2-88C1-7C3DFCDD7970}" dt="2025-12-02T11:45:36.108" v="1776" actId="20577"/>
          <ac:spMkLst>
            <pc:docMk/>
            <pc:sldMk cId="1399689397" sldId="260"/>
            <ac:spMk id="2" creationId="{F6C30954-52AE-C9F0-1730-C382590F173D}"/>
          </ac:spMkLst>
        </pc:spChg>
        <pc:graphicFrameChg chg="mod modGraphic">
          <ac:chgData name="Victoria Gonzalez Escalona" userId="077cc45c-fe67-405f-b775-fe760d45482a" providerId="ADAL" clId="{9D64AB05-C138-4EE2-88C1-7C3DFCDD7970}" dt="2025-12-02T14:49:16.612" v="2687" actId="20577"/>
          <ac:graphicFrameMkLst>
            <pc:docMk/>
            <pc:sldMk cId="1399689397" sldId="260"/>
            <ac:graphicFrameMk id="7" creationId="{37D400CA-6B2E-B648-3DD8-B2556CDF8CBC}"/>
          </ac:graphicFrameMkLst>
        </pc:graphicFrameChg>
      </pc:sldChg>
      <pc:sldChg chg="modSp mod">
        <pc:chgData name="Victoria Gonzalez Escalona" userId="077cc45c-fe67-405f-b775-fe760d45482a" providerId="ADAL" clId="{9D64AB05-C138-4EE2-88C1-7C3DFCDD7970}" dt="2025-12-02T13:11:29.573" v="2525" actId="20577"/>
        <pc:sldMkLst>
          <pc:docMk/>
          <pc:sldMk cId="621987720" sldId="261"/>
        </pc:sldMkLst>
        <pc:spChg chg="mod">
          <ac:chgData name="Victoria Gonzalez Escalona" userId="077cc45c-fe67-405f-b775-fe760d45482a" providerId="ADAL" clId="{9D64AB05-C138-4EE2-88C1-7C3DFCDD7970}" dt="2025-12-02T11:54:24.052" v="1928" actId="20577"/>
          <ac:spMkLst>
            <pc:docMk/>
            <pc:sldMk cId="621987720" sldId="261"/>
            <ac:spMk id="2" creationId="{F6297CB0-5DE0-090C-DBDE-A1C6529B6C1B}"/>
          </ac:spMkLst>
        </pc:spChg>
        <pc:graphicFrameChg chg="mod modGraphic">
          <ac:chgData name="Victoria Gonzalez Escalona" userId="077cc45c-fe67-405f-b775-fe760d45482a" providerId="ADAL" clId="{9D64AB05-C138-4EE2-88C1-7C3DFCDD7970}" dt="2025-12-02T13:11:29.573" v="2525" actId="20577"/>
          <ac:graphicFrameMkLst>
            <pc:docMk/>
            <pc:sldMk cId="621987720" sldId="261"/>
            <ac:graphicFrameMk id="4" creationId="{A5BAEFA4-60DA-14AD-5DFD-D2AD74A126D3}"/>
          </ac:graphicFrameMkLst>
        </pc:graphicFrameChg>
      </pc:sldChg>
      <pc:sldChg chg="modSp mod modShow">
        <pc:chgData name="Victoria Gonzalez Escalona" userId="077cc45c-fe67-405f-b775-fe760d45482a" providerId="ADAL" clId="{9D64AB05-C138-4EE2-88C1-7C3DFCDD7970}" dt="2025-12-02T13:02:07.924" v="2494" actId="729"/>
        <pc:sldMkLst>
          <pc:docMk/>
          <pc:sldMk cId="144374734" sldId="262"/>
        </pc:sldMkLst>
        <pc:spChg chg="mod">
          <ac:chgData name="Victoria Gonzalez Escalona" userId="077cc45c-fe67-405f-b775-fe760d45482a" providerId="ADAL" clId="{9D64AB05-C138-4EE2-88C1-7C3DFCDD7970}" dt="2025-12-02T11:56:54.264" v="2069" actId="20577"/>
          <ac:spMkLst>
            <pc:docMk/>
            <pc:sldMk cId="144374734" sldId="262"/>
            <ac:spMk id="2" creationId="{1A75E3C8-8B5C-0654-B0EB-27518A6F1112}"/>
          </ac:spMkLst>
        </pc:spChg>
        <pc:graphicFrameChg chg="mod">
          <ac:chgData name="Victoria Gonzalez Escalona" userId="077cc45c-fe67-405f-b775-fe760d45482a" providerId="ADAL" clId="{9D64AB05-C138-4EE2-88C1-7C3DFCDD7970}" dt="2025-12-02T11:55:59.607" v="1969" actId="255"/>
          <ac:graphicFrameMkLst>
            <pc:docMk/>
            <pc:sldMk cId="144374734" sldId="262"/>
            <ac:graphicFrameMk id="3" creationId="{529397A3-6F96-9EDE-FC16-6952ABD552B7}"/>
          </ac:graphicFrameMkLst>
        </pc:graphicFrameChg>
      </pc:sldChg>
      <pc:sldChg chg="addSp delSp modSp add mod">
        <pc:chgData name="Victoria Gonzalez Escalona" userId="077cc45c-fe67-405f-b775-fe760d45482a" providerId="ADAL" clId="{9D64AB05-C138-4EE2-88C1-7C3DFCDD7970}" dt="2025-12-02T14:04:06.811" v="2546" actId="1076"/>
        <pc:sldMkLst>
          <pc:docMk/>
          <pc:sldMk cId="2661435576" sldId="263"/>
        </pc:sldMkLst>
        <pc:spChg chg="add del mod">
          <ac:chgData name="Victoria Gonzalez Escalona" userId="077cc45c-fe67-405f-b775-fe760d45482a" providerId="ADAL" clId="{9D64AB05-C138-4EE2-88C1-7C3DFCDD7970}" dt="2025-12-02T11:43:09.292" v="1714" actId="1032"/>
          <ac:spMkLst>
            <pc:docMk/>
            <pc:sldMk cId="2661435576" sldId="263"/>
            <ac:spMk id="3" creationId="{A504F1EE-49D4-1127-F4E9-ED6F132D1F23}"/>
          </ac:spMkLst>
        </pc:spChg>
        <pc:spChg chg="mod">
          <ac:chgData name="Victoria Gonzalez Escalona" userId="077cc45c-fe67-405f-b775-fe760d45482a" providerId="ADAL" clId="{9D64AB05-C138-4EE2-88C1-7C3DFCDD7970}" dt="2025-12-02T11:41:11.186" v="1710" actId="20577"/>
          <ac:spMkLst>
            <pc:docMk/>
            <pc:sldMk cId="2661435576" sldId="263"/>
            <ac:spMk id="7" creationId="{B0CAE9D6-09F3-013F-BBFC-7B275A057DA6}"/>
          </ac:spMkLst>
        </pc:spChg>
        <pc:spChg chg="add del mod">
          <ac:chgData name="Victoria Gonzalez Escalona" userId="077cc45c-fe67-405f-b775-fe760d45482a" providerId="ADAL" clId="{9D64AB05-C138-4EE2-88C1-7C3DFCDD7970}" dt="2025-12-02T11:48:40.842" v="1804" actId="478"/>
          <ac:spMkLst>
            <pc:docMk/>
            <pc:sldMk cId="2661435576" sldId="263"/>
            <ac:spMk id="8" creationId="{BD610B80-1AF9-B7D3-9323-95C5DA1DD77F}"/>
          </ac:spMkLst>
        </pc:spChg>
        <pc:graphicFrameChg chg="del modGraphic">
          <ac:chgData name="Victoria Gonzalez Escalona" userId="077cc45c-fe67-405f-b775-fe760d45482a" providerId="ADAL" clId="{9D64AB05-C138-4EE2-88C1-7C3DFCDD7970}" dt="2025-12-02T11:42:27.839" v="1713" actId="478"/>
          <ac:graphicFrameMkLst>
            <pc:docMk/>
            <pc:sldMk cId="2661435576" sldId="263"/>
            <ac:graphicFrameMk id="4" creationId="{FBA325FF-1609-B6F1-2AD7-321E348D2455}"/>
          </ac:graphicFrameMkLst>
        </pc:graphicFrameChg>
        <pc:graphicFrameChg chg="add del mod modGraphic">
          <ac:chgData name="Victoria Gonzalez Escalona" userId="077cc45c-fe67-405f-b775-fe760d45482a" providerId="ADAL" clId="{9D64AB05-C138-4EE2-88C1-7C3DFCDD7970}" dt="2025-12-02T11:48:38.603" v="1803" actId="478"/>
          <ac:graphicFrameMkLst>
            <pc:docMk/>
            <pc:sldMk cId="2661435576" sldId="263"/>
            <ac:graphicFrameMk id="5" creationId="{BBCD8F04-4691-872D-4183-900604425A0B}"/>
          </ac:graphicFrameMkLst>
        </pc:graphicFrameChg>
        <pc:picChg chg="add mod">
          <ac:chgData name="Victoria Gonzalez Escalona" userId="077cc45c-fe67-405f-b775-fe760d45482a" providerId="ADAL" clId="{9D64AB05-C138-4EE2-88C1-7C3DFCDD7970}" dt="2025-12-02T14:04:06.811" v="2546" actId="1076"/>
          <ac:picMkLst>
            <pc:docMk/>
            <pc:sldMk cId="2661435576" sldId="263"/>
            <ac:picMk id="3" creationId="{555B969E-CEE0-81B8-2227-22CFBEC24DF4}"/>
          </ac:picMkLst>
        </pc:picChg>
        <pc:picChg chg="add mod">
          <ac:chgData name="Victoria Gonzalez Escalona" userId="077cc45c-fe67-405f-b775-fe760d45482a" providerId="ADAL" clId="{9D64AB05-C138-4EE2-88C1-7C3DFCDD7970}" dt="2025-12-02T11:51:35.129" v="1817" actId="1076"/>
          <ac:picMkLst>
            <pc:docMk/>
            <pc:sldMk cId="2661435576" sldId="263"/>
            <ac:picMk id="10" creationId="{3292EAF3-81C6-B4F5-79A9-D47E6571C3F0}"/>
          </ac:picMkLst>
        </pc:picChg>
        <pc:picChg chg="add del mod">
          <ac:chgData name="Victoria Gonzalez Escalona" userId="077cc45c-fe67-405f-b775-fe760d45482a" providerId="ADAL" clId="{9D64AB05-C138-4EE2-88C1-7C3DFCDD7970}" dt="2025-12-02T14:03:59.506" v="2543" actId="478"/>
          <ac:picMkLst>
            <pc:docMk/>
            <pc:sldMk cId="2661435576" sldId="263"/>
            <ac:picMk id="12" creationId="{BB67AD7D-B3AC-9B8C-EF47-8B35E3E18013}"/>
          </ac:picMkLst>
        </pc:picChg>
      </pc:sldChg>
      <pc:sldChg chg="addSp delSp modSp add mod modShow">
        <pc:chgData name="Victoria Gonzalez Escalona" userId="077cc45c-fe67-405f-b775-fe760d45482a" providerId="ADAL" clId="{9D64AB05-C138-4EE2-88C1-7C3DFCDD7970}" dt="2025-12-01T20:56:03.907" v="1302" actId="729"/>
        <pc:sldMkLst>
          <pc:docMk/>
          <pc:sldMk cId="1391022821" sldId="264"/>
        </pc:sldMkLst>
        <pc:spChg chg="mod">
          <ac:chgData name="Victoria Gonzalez Escalona" userId="077cc45c-fe67-405f-b775-fe760d45482a" providerId="ADAL" clId="{9D64AB05-C138-4EE2-88C1-7C3DFCDD7970}" dt="2025-11-27T02:39:05.983" v="167" actId="20577"/>
          <ac:spMkLst>
            <pc:docMk/>
            <pc:sldMk cId="1391022821" sldId="264"/>
            <ac:spMk id="2" creationId="{48E39956-421D-9937-61C6-8A1064501D31}"/>
          </ac:spMkLst>
        </pc:spChg>
        <pc:spChg chg="add mod">
          <ac:chgData name="Victoria Gonzalez Escalona" userId="077cc45c-fe67-405f-b775-fe760d45482a" providerId="ADAL" clId="{9D64AB05-C138-4EE2-88C1-7C3DFCDD7970}" dt="2025-11-27T02:53:48" v="1120" actId="1035"/>
          <ac:spMkLst>
            <pc:docMk/>
            <pc:sldMk cId="1391022821" sldId="264"/>
            <ac:spMk id="6" creationId="{B6A923E1-0EEC-EC84-65CC-A3AB7E27B4D9}"/>
          </ac:spMkLst>
        </pc:spChg>
        <pc:spChg chg="add mod">
          <ac:chgData name="Victoria Gonzalez Escalona" userId="077cc45c-fe67-405f-b775-fe760d45482a" providerId="ADAL" clId="{9D64AB05-C138-4EE2-88C1-7C3DFCDD7970}" dt="2025-11-27T02:54:11.018" v="1126" actId="1076"/>
          <ac:spMkLst>
            <pc:docMk/>
            <pc:sldMk cId="1391022821" sldId="264"/>
            <ac:spMk id="8" creationId="{C6B19F63-0885-748C-A969-EA47E455AD89}"/>
          </ac:spMkLst>
        </pc:spChg>
        <pc:graphicFrameChg chg="add mod modGraphic">
          <ac:chgData name="Victoria Gonzalez Escalona" userId="077cc45c-fe67-405f-b775-fe760d45482a" providerId="ADAL" clId="{9D64AB05-C138-4EE2-88C1-7C3DFCDD7970}" dt="2025-11-27T02:52:09.395" v="1098" actId="113"/>
          <ac:graphicFrameMkLst>
            <pc:docMk/>
            <pc:sldMk cId="1391022821" sldId="264"/>
            <ac:graphicFrameMk id="4" creationId="{084DB0CF-E6EA-F538-C48B-4693CBF7A033}"/>
          </ac:graphicFrameMkLst>
        </pc:graphicFrameChg>
      </pc:sldChg>
      <pc:sldChg chg="addSp delSp modSp add mod modShow">
        <pc:chgData name="Victoria Gonzalez Escalona" userId="077cc45c-fe67-405f-b775-fe760d45482a" providerId="ADAL" clId="{9D64AB05-C138-4EE2-88C1-7C3DFCDD7970}" dt="2025-12-01T20:55:59.353" v="1301" actId="729"/>
        <pc:sldMkLst>
          <pc:docMk/>
          <pc:sldMk cId="2330300416" sldId="265"/>
        </pc:sldMkLst>
        <pc:spChg chg="add mod">
          <ac:chgData name="Victoria Gonzalez Escalona" userId="077cc45c-fe67-405f-b775-fe760d45482a" providerId="ADAL" clId="{9D64AB05-C138-4EE2-88C1-7C3DFCDD7970}" dt="2025-11-27T02:55:13.790" v="1219"/>
          <ac:spMkLst>
            <pc:docMk/>
            <pc:sldMk cId="2330300416" sldId="265"/>
            <ac:spMk id="3" creationId="{88FA9B0A-3ECC-E68A-074D-208E16A435AF}"/>
          </ac:spMkLst>
        </pc:spChg>
        <pc:spChg chg="add mod">
          <ac:chgData name="Victoria Gonzalez Escalona" userId="077cc45c-fe67-405f-b775-fe760d45482a" providerId="ADAL" clId="{9D64AB05-C138-4EE2-88C1-7C3DFCDD7970}" dt="2025-11-27T02:55:53.595" v="1300" actId="1035"/>
          <ac:spMkLst>
            <pc:docMk/>
            <pc:sldMk cId="2330300416" sldId="265"/>
            <ac:spMk id="6" creationId="{541FC36F-FAC6-3824-F4F6-ACF22AF6DFDE}"/>
          </ac:spMkLst>
        </pc:spChg>
        <pc:graphicFrameChg chg="mod modGraphic">
          <ac:chgData name="Victoria Gonzalez Escalona" userId="077cc45c-fe67-405f-b775-fe760d45482a" providerId="ADAL" clId="{9D64AB05-C138-4EE2-88C1-7C3DFCDD7970}" dt="2025-11-27T02:55:06.281" v="1218" actId="1076"/>
          <ac:graphicFrameMkLst>
            <pc:docMk/>
            <pc:sldMk cId="2330300416" sldId="265"/>
            <ac:graphicFrameMk id="4" creationId="{51C03BA0-D404-9400-34E6-EE530400F4C0}"/>
          </ac:graphicFrameMkLst>
        </pc:graphicFrameChg>
      </pc:sldChg>
      <pc:sldChg chg="add del">
        <pc:chgData name="Victoria Gonzalez Escalona" userId="077cc45c-fe67-405f-b775-fe760d45482a" providerId="ADAL" clId="{9D64AB05-C138-4EE2-88C1-7C3DFCDD7970}" dt="2025-12-02T11:54:58.641" v="1929" actId="2696"/>
        <pc:sldMkLst>
          <pc:docMk/>
          <pc:sldMk cId="3886382307" sldId="266"/>
        </pc:sldMkLst>
      </pc:sldChg>
      <pc:sldChg chg="addSp delSp modSp add mod">
        <pc:chgData name="Victoria Gonzalez Escalona" userId="077cc45c-fe67-405f-b775-fe760d45482a" providerId="ADAL" clId="{9D64AB05-C138-4EE2-88C1-7C3DFCDD7970}" dt="2025-12-02T11:21:50.649" v="1386" actId="255"/>
        <pc:sldMkLst>
          <pc:docMk/>
          <pc:sldMk cId="4282128973" sldId="267"/>
        </pc:sldMkLst>
        <pc:spChg chg="add del mod">
          <ac:chgData name="Victoria Gonzalez Escalona" userId="077cc45c-fe67-405f-b775-fe760d45482a" providerId="ADAL" clId="{9D64AB05-C138-4EE2-88C1-7C3DFCDD7970}" dt="2025-12-02T11:18:34.522" v="1319" actId="478"/>
          <ac:spMkLst>
            <pc:docMk/>
            <pc:sldMk cId="4282128973" sldId="267"/>
            <ac:spMk id="3" creationId="{FF00A2AD-F1C9-76D5-F8A4-AFBB1FAAA4FE}"/>
          </ac:spMkLst>
        </pc:spChg>
        <pc:spChg chg="del">
          <ac:chgData name="Victoria Gonzalez Escalona" userId="077cc45c-fe67-405f-b775-fe760d45482a" providerId="ADAL" clId="{9D64AB05-C138-4EE2-88C1-7C3DFCDD7970}" dt="2025-12-02T11:18:31.212" v="1317" actId="478"/>
          <ac:spMkLst>
            <pc:docMk/>
            <pc:sldMk cId="4282128973" sldId="267"/>
            <ac:spMk id="6" creationId="{F3413211-A454-2572-A9EB-0B1C143E1418}"/>
          </ac:spMkLst>
        </pc:spChg>
        <pc:spChg chg="del">
          <ac:chgData name="Victoria Gonzalez Escalona" userId="077cc45c-fe67-405f-b775-fe760d45482a" providerId="ADAL" clId="{9D64AB05-C138-4EE2-88C1-7C3DFCDD7970}" dt="2025-12-02T11:18:52.453" v="1325" actId="478"/>
          <ac:spMkLst>
            <pc:docMk/>
            <pc:sldMk cId="4282128973" sldId="267"/>
            <ac:spMk id="7" creationId="{D968BEAF-6C1B-856B-FAB5-D37942DEDC75}"/>
          </ac:spMkLst>
        </pc:spChg>
        <pc:spChg chg="add del mod">
          <ac:chgData name="Victoria Gonzalez Escalona" userId="077cc45c-fe67-405f-b775-fe760d45482a" providerId="ADAL" clId="{9D64AB05-C138-4EE2-88C1-7C3DFCDD7970}" dt="2025-12-02T11:18:55.544" v="1326" actId="478"/>
          <ac:spMkLst>
            <pc:docMk/>
            <pc:sldMk cId="4282128973" sldId="267"/>
            <ac:spMk id="8" creationId="{7F6C80F6-3C28-6320-F031-8BD2EEDA8079}"/>
          </ac:spMkLst>
        </pc:spChg>
        <pc:spChg chg="add mod">
          <ac:chgData name="Victoria Gonzalez Escalona" userId="077cc45c-fe67-405f-b775-fe760d45482a" providerId="ADAL" clId="{9D64AB05-C138-4EE2-88C1-7C3DFCDD7970}" dt="2025-12-02T11:21:50.649" v="1386" actId="255"/>
          <ac:spMkLst>
            <pc:docMk/>
            <pc:sldMk cId="4282128973" sldId="267"/>
            <ac:spMk id="9" creationId="{91ED91E6-C0CA-CB96-5E73-9F70E4C8D753}"/>
          </ac:spMkLst>
        </pc:spChg>
        <pc:graphicFrameChg chg="add mod modGraphic">
          <ac:chgData name="Victoria Gonzalez Escalona" userId="077cc45c-fe67-405f-b775-fe760d45482a" providerId="ADAL" clId="{9D64AB05-C138-4EE2-88C1-7C3DFCDD7970}" dt="2025-12-02T11:20:39.182" v="1380" actId="1076"/>
          <ac:graphicFrameMkLst>
            <pc:docMk/>
            <pc:sldMk cId="4282128973" sldId="267"/>
            <ac:graphicFrameMk id="4" creationId="{22F18D09-4E69-BAE5-6C5B-B0BDB5243EFB}"/>
          </ac:graphicFrameMkLst>
        </pc:graphicFrameChg>
      </pc:sldChg>
      <pc:sldChg chg="addSp delSp modSp add mod">
        <pc:chgData name="Victoria Gonzalez Escalona" userId="077cc45c-fe67-405f-b775-fe760d45482a" providerId="ADAL" clId="{9D64AB05-C138-4EE2-88C1-7C3DFCDD7970}" dt="2025-12-02T11:53:18.049" v="1902" actId="1076"/>
        <pc:sldMkLst>
          <pc:docMk/>
          <pc:sldMk cId="2951951088" sldId="268"/>
        </pc:sldMkLst>
        <pc:spChg chg="mod">
          <ac:chgData name="Victoria Gonzalez Escalona" userId="077cc45c-fe67-405f-b775-fe760d45482a" providerId="ADAL" clId="{9D64AB05-C138-4EE2-88C1-7C3DFCDD7970}" dt="2025-12-02T11:25:31.720" v="1481" actId="20577"/>
          <ac:spMkLst>
            <pc:docMk/>
            <pc:sldMk cId="2951951088" sldId="268"/>
            <ac:spMk id="9" creationId="{09E89844-AA01-E384-7CAA-9B1CD218801D}"/>
          </ac:spMkLst>
        </pc:spChg>
        <pc:graphicFrameChg chg="add mod modGraphic">
          <ac:chgData name="Victoria Gonzalez Escalona" userId="077cc45c-fe67-405f-b775-fe760d45482a" providerId="ADAL" clId="{9D64AB05-C138-4EE2-88C1-7C3DFCDD7970}" dt="2025-12-02T11:53:18.049" v="1902" actId="1076"/>
          <ac:graphicFrameMkLst>
            <pc:docMk/>
            <pc:sldMk cId="2951951088" sldId="268"/>
            <ac:graphicFrameMk id="2" creationId="{71B1EA51-F725-DF02-9255-F7BD936F71E3}"/>
          </ac:graphicFrameMkLst>
        </pc:graphicFrameChg>
        <pc:graphicFrameChg chg="del">
          <ac:chgData name="Victoria Gonzalez Escalona" userId="077cc45c-fe67-405f-b775-fe760d45482a" providerId="ADAL" clId="{9D64AB05-C138-4EE2-88C1-7C3DFCDD7970}" dt="2025-12-02T11:24:03.108" v="1400" actId="478"/>
          <ac:graphicFrameMkLst>
            <pc:docMk/>
            <pc:sldMk cId="2951951088" sldId="268"/>
            <ac:graphicFrameMk id="4" creationId="{E236226C-5827-435A-FB27-E7C5D06E43DE}"/>
          </ac:graphicFrameMkLst>
        </pc:graphicFrameChg>
      </pc:sldChg>
      <pc:sldChg chg="addSp delSp modSp add mod">
        <pc:chgData name="Victoria Gonzalez Escalona" userId="077cc45c-fe67-405f-b775-fe760d45482a" providerId="ADAL" clId="{9D64AB05-C138-4EE2-88C1-7C3DFCDD7970}" dt="2025-12-02T13:42:20.147" v="2531" actId="20577"/>
        <pc:sldMkLst>
          <pc:docMk/>
          <pc:sldMk cId="987183646" sldId="269"/>
        </pc:sldMkLst>
        <pc:spChg chg="add mod">
          <ac:chgData name="Victoria Gonzalez Escalona" userId="077cc45c-fe67-405f-b775-fe760d45482a" providerId="ADAL" clId="{9D64AB05-C138-4EE2-88C1-7C3DFCDD7970}" dt="2025-12-02T11:40:44.625" v="1671" actId="20577"/>
          <ac:spMkLst>
            <pc:docMk/>
            <pc:sldMk cId="987183646" sldId="269"/>
            <ac:spMk id="3" creationId="{6FD086C4-D040-316C-96C8-E2EFDD2418D6}"/>
          </ac:spMkLst>
        </pc:spChg>
        <pc:spChg chg="del">
          <ac:chgData name="Victoria Gonzalez Escalona" userId="077cc45c-fe67-405f-b775-fe760d45482a" providerId="ADAL" clId="{9D64AB05-C138-4EE2-88C1-7C3DFCDD7970}" dt="2025-12-02T11:29:06.146" v="1612" actId="478"/>
          <ac:spMkLst>
            <pc:docMk/>
            <pc:sldMk cId="987183646" sldId="269"/>
            <ac:spMk id="9" creationId="{827FA66A-D4C9-0EA4-CBC3-4714499EA202}"/>
          </ac:spMkLst>
        </pc:spChg>
        <pc:graphicFrameChg chg="del">
          <ac:chgData name="Victoria Gonzalez Escalona" userId="077cc45c-fe67-405f-b775-fe760d45482a" providerId="ADAL" clId="{9D64AB05-C138-4EE2-88C1-7C3DFCDD7970}" dt="2025-12-02T11:28:58.013" v="1611" actId="478"/>
          <ac:graphicFrameMkLst>
            <pc:docMk/>
            <pc:sldMk cId="987183646" sldId="269"/>
            <ac:graphicFrameMk id="2" creationId="{9380A2F5-B9C8-7139-BFAE-D7C1CD6F6CFD}"/>
          </ac:graphicFrameMkLst>
        </pc:graphicFrameChg>
        <pc:graphicFrameChg chg="add mod modGraphic">
          <ac:chgData name="Victoria Gonzalez Escalona" userId="077cc45c-fe67-405f-b775-fe760d45482a" providerId="ADAL" clId="{9D64AB05-C138-4EE2-88C1-7C3DFCDD7970}" dt="2025-12-02T13:42:20.147" v="2531" actId="20577"/>
          <ac:graphicFrameMkLst>
            <pc:docMk/>
            <pc:sldMk cId="987183646" sldId="269"/>
            <ac:graphicFrameMk id="4" creationId="{E05E92FD-13A2-61BF-4A39-7E8F3F7C24E9}"/>
          </ac:graphicFrameMkLst>
        </pc:graphicFrameChg>
      </pc:sldChg>
      <pc:sldChg chg="addSp delSp modSp add mod">
        <pc:chgData name="Victoria Gonzalez Escalona" userId="077cc45c-fe67-405f-b775-fe760d45482a" providerId="ADAL" clId="{9D64AB05-C138-4EE2-88C1-7C3DFCDD7970}" dt="2025-12-02T13:54:30.592" v="2542" actId="20577"/>
        <pc:sldMkLst>
          <pc:docMk/>
          <pc:sldMk cId="1234444390" sldId="270"/>
        </pc:sldMkLst>
        <pc:graphicFrameChg chg="add mod modGraphic">
          <ac:chgData name="Victoria Gonzalez Escalona" userId="077cc45c-fe67-405f-b775-fe760d45482a" providerId="ADAL" clId="{9D64AB05-C138-4EE2-88C1-7C3DFCDD7970}" dt="2025-12-02T13:54:30.592" v="2542" actId="20577"/>
          <ac:graphicFrameMkLst>
            <pc:docMk/>
            <pc:sldMk cId="1234444390" sldId="270"/>
            <ac:graphicFrameMk id="2" creationId="{2A02548B-5CDA-F67E-27F7-CDA9CE1FFD57}"/>
          </ac:graphicFrameMkLst>
        </pc:graphicFrameChg>
        <pc:graphicFrameChg chg="del">
          <ac:chgData name="Victoria Gonzalez Escalona" userId="077cc45c-fe67-405f-b775-fe760d45482a" providerId="ADAL" clId="{9D64AB05-C138-4EE2-88C1-7C3DFCDD7970}" dt="2025-12-02T11:30:42.042" v="1631" actId="478"/>
          <ac:graphicFrameMkLst>
            <pc:docMk/>
            <pc:sldMk cId="1234444390" sldId="270"/>
            <ac:graphicFrameMk id="4" creationId="{012D585C-63C2-ACCD-9C7A-FF29FA5537D9}"/>
          </ac:graphicFrameMkLst>
        </pc:graphicFrameChg>
      </pc:sldChg>
      <pc:sldChg chg="addSp delSp modSp add mod">
        <pc:chgData name="Victoria Gonzalez Escalona" userId="077cc45c-fe67-405f-b775-fe760d45482a" providerId="ADAL" clId="{9D64AB05-C138-4EE2-88C1-7C3DFCDD7970}" dt="2025-12-02T11:32:50.899" v="1654"/>
        <pc:sldMkLst>
          <pc:docMk/>
          <pc:sldMk cId="1010103330" sldId="271"/>
        </pc:sldMkLst>
        <pc:spChg chg="mod">
          <ac:chgData name="Victoria Gonzalez Escalona" userId="077cc45c-fe67-405f-b775-fe760d45482a" providerId="ADAL" clId="{9D64AB05-C138-4EE2-88C1-7C3DFCDD7970}" dt="2025-12-02T11:31:38.484" v="1641" actId="1076"/>
          <ac:spMkLst>
            <pc:docMk/>
            <pc:sldMk cId="1010103330" sldId="271"/>
            <ac:spMk id="3" creationId="{378B59AE-E24C-76AA-CBFE-CDF6F5D8ADCC}"/>
          </ac:spMkLst>
        </pc:spChg>
        <pc:graphicFrameChg chg="del">
          <ac:chgData name="Victoria Gonzalez Escalona" userId="077cc45c-fe67-405f-b775-fe760d45482a" providerId="ADAL" clId="{9D64AB05-C138-4EE2-88C1-7C3DFCDD7970}" dt="2025-12-02T11:31:26.678" v="1638" actId="478"/>
          <ac:graphicFrameMkLst>
            <pc:docMk/>
            <pc:sldMk cId="1010103330" sldId="271"/>
            <ac:graphicFrameMk id="2" creationId="{17D61501-65C3-708D-128B-12FFF4368778}"/>
          </ac:graphicFrameMkLst>
        </pc:graphicFrameChg>
        <pc:graphicFrameChg chg="add mod">
          <ac:chgData name="Victoria Gonzalez Escalona" userId="077cc45c-fe67-405f-b775-fe760d45482a" providerId="ADAL" clId="{9D64AB05-C138-4EE2-88C1-7C3DFCDD7970}" dt="2025-12-02T11:32:50.899" v="1654"/>
          <ac:graphicFrameMkLst>
            <pc:docMk/>
            <pc:sldMk cId="1010103330" sldId="271"/>
            <ac:graphicFrameMk id="4" creationId="{55F38054-E7BA-230F-8768-74E21D0C8982}"/>
          </ac:graphicFrameMkLst>
        </pc:graphicFrameChg>
      </pc:sldChg>
      <pc:sldChg chg="addSp delSp modSp add mod modShow">
        <pc:chgData name="Victoria Gonzalez Escalona" userId="077cc45c-fe67-405f-b775-fe760d45482a" providerId="ADAL" clId="{9D64AB05-C138-4EE2-88C1-7C3DFCDD7970}" dt="2025-12-02T13:02:04.410" v="2493" actId="729"/>
        <pc:sldMkLst>
          <pc:docMk/>
          <pc:sldMk cId="1898445150" sldId="272"/>
        </pc:sldMkLst>
        <pc:spChg chg="add mod">
          <ac:chgData name="Victoria Gonzalez Escalona" userId="077cc45c-fe67-405f-b775-fe760d45482a" providerId="ADAL" clId="{9D64AB05-C138-4EE2-88C1-7C3DFCDD7970}" dt="2025-12-02T12:23:09.250" v="2492" actId="20577"/>
          <ac:spMkLst>
            <pc:docMk/>
            <pc:sldMk cId="1898445150" sldId="272"/>
            <ac:spMk id="6" creationId="{706FED5D-52E7-0646-2F47-53028CE296E7}"/>
          </ac:spMkLst>
        </pc:spChg>
        <pc:graphicFrameChg chg="del">
          <ac:chgData name="Victoria Gonzalez Escalona" userId="077cc45c-fe67-405f-b775-fe760d45482a" providerId="ADAL" clId="{9D64AB05-C138-4EE2-88C1-7C3DFCDD7970}" dt="2025-12-02T11:59:19.008" v="2071" actId="478"/>
          <ac:graphicFrameMkLst>
            <pc:docMk/>
            <pc:sldMk cId="1898445150" sldId="272"/>
            <ac:graphicFrameMk id="3" creationId="{CB4F489F-8121-DC1E-70A8-03511ECE4447}"/>
          </ac:graphicFrameMkLst>
        </pc:graphicFrameChg>
        <pc:graphicFrameChg chg="add del mod modGraphic">
          <ac:chgData name="Victoria Gonzalez Escalona" userId="077cc45c-fe67-405f-b775-fe760d45482a" providerId="ADAL" clId="{9D64AB05-C138-4EE2-88C1-7C3DFCDD7970}" dt="2025-12-02T12:12:55.065" v="2103" actId="478"/>
          <ac:graphicFrameMkLst>
            <pc:docMk/>
            <pc:sldMk cId="1898445150" sldId="272"/>
            <ac:graphicFrameMk id="4" creationId="{924E16FB-1621-9E43-FD13-72C284698954}"/>
          </ac:graphicFrameMkLst>
        </pc:graphicFrameChg>
        <pc:graphicFrameChg chg="add mod modGraphic">
          <ac:chgData name="Victoria Gonzalez Escalona" userId="077cc45c-fe67-405f-b775-fe760d45482a" providerId="ADAL" clId="{9D64AB05-C138-4EE2-88C1-7C3DFCDD7970}" dt="2025-12-02T12:19:05.963" v="2402" actId="1076"/>
          <ac:graphicFrameMkLst>
            <pc:docMk/>
            <pc:sldMk cId="1898445150" sldId="272"/>
            <ac:graphicFrameMk id="5" creationId="{BAB0A938-15F8-19B8-8E0B-735B70BDD8E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ABD84F-1F8A-4949-BAEC-4CB12CC8D504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E1900490-4368-403F-AF83-13F6660ECCBA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I. Diagnóstico institucional</a:t>
          </a:r>
        </a:p>
      </dgm:t>
    </dgm:pt>
    <dgm:pt modelId="{8A0F194C-82A6-4DBD-B13C-27BFE5F17875}" type="parTrans" cxnId="{45BC7EBC-00CF-4109-8133-6130F0D21761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12AE1A64-426D-4D1F-8411-CDAD44AE0088}" type="sibTrans" cxnId="{45BC7EBC-00CF-4109-8133-6130F0D21761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68119EE0-8EBF-4019-88CD-C0E84C8AFA75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II. Políticas institucionales </a:t>
          </a:r>
        </a:p>
      </dgm:t>
    </dgm:pt>
    <dgm:pt modelId="{F25FFD6F-08E7-4812-B3CA-80BDB0E8B54E}" type="parTrans" cxnId="{79A4C1F6-3C1E-495B-8B6D-51F9DBE2851C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82D8342D-C8B8-4F65-800F-0CCBDE752BA2}" type="sibTrans" cxnId="{79A4C1F6-3C1E-495B-8B6D-51F9DBE2851C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02C566C4-6B85-455B-9C7D-4DC662C60850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III. Validación por parte de la comunidad académica</a:t>
          </a:r>
        </a:p>
      </dgm:t>
    </dgm:pt>
    <dgm:pt modelId="{1F5A6334-C42D-43CB-84B9-F79274515208}" type="parTrans" cxnId="{5CE2340E-E080-45C5-A649-AA37D9D36D39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CC46113C-5D67-4971-B568-2B3FA2D83DB2}" type="sibTrans" cxnId="{5CE2340E-E080-45C5-A649-AA37D9D36D39}">
      <dgm:prSet/>
      <dgm:spPr/>
      <dgm:t>
        <a:bodyPr/>
        <a:lstStyle/>
        <a:p>
          <a:endParaRPr lang="es-CL" sz="1200">
            <a:latin typeface="Aptos Display" panose="020B0004020202020204" pitchFamily="34" charset="0"/>
          </a:endParaRPr>
        </a:p>
      </dgm:t>
    </dgm:pt>
    <dgm:pt modelId="{F9B82FC4-4608-415D-ABB7-DEAD2B86369A}">
      <dgm:prSet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IV. Socialización de las políticas</a:t>
          </a:r>
        </a:p>
      </dgm:t>
    </dgm:pt>
    <dgm:pt modelId="{0A0963E1-402D-45C1-8C4A-B4936E6FD6FD}" type="parTrans" cxnId="{CE06178D-974F-45F5-8594-4EFDDC3329DD}">
      <dgm:prSet/>
      <dgm:spPr/>
      <dgm:t>
        <a:bodyPr/>
        <a:lstStyle/>
        <a:p>
          <a:endParaRPr lang="es-CL" sz="1400"/>
        </a:p>
      </dgm:t>
    </dgm:pt>
    <dgm:pt modelId="{5305597A-FDA7-4A4E-BABE-1C08E87FB366}" type="sibTrans" cxnId="{CE06178D-974F-45F5-8594-4EFDDC3329DD}">
      <dgm:prSet/>
      <dgm:spPr/>
      <dgm:t>
        <a:bodyPr/>
        <a:lstStyle/>
        <a:p>
          <a:endParaRPr lang="es-CL" sz="1400"/>
        </a:p>
      </dgm:t>
    </dgm:pt>
    <dgm:pt modelId="{3453495C-49B5-46C9-B368-A67B931BEF37}" type="pres">
      <dgm:prSet presAssocID="{78ABD84F-1F8A-4949-BAEC-4CB12CC8D504}" presName="CompostProcess" presStyleCnt="0">
        <dgm:presLayoutVars>
          <dgm:dir/>
          <dgm:resizeHandles val="exact"/>
        </dgm:presLayoutVars>
      </dgm:prSet>
      <dgm:spPr/>
    </dgm:pt>
    <dgm:pt modelId="{938CFC16-9517-4D1B-B046-6454B82B1105}" type="pres">
      <dgm:prSet presAssocID="{78ABD84F-1F8A-4949-BAEC-4CB12CC8D504}" presName="arrow" presStyleLbl="bgShp" presStyleIdx="0" presStyleCnt="1"/>
      <dgm:spPr/>
    </dgm:pt>
    <dgm:pt modelId="{801D6F63-407C-4CE7-9CB0-7D60A894ADC0}" type="pres">
      <dgm:prSet presAssocID="{78ABD84F-1F8A-4949-BAEC-4CB12CC8D504}" presName="linearProcess" presStyleCnt="0"/>
      <dgm:spPr/>
    </dgm:pt>
    <dgm:pt modelId="{F900E8EC-7586-42ED-9ACB-1676DBA73A7F}" type="pres">
      <dgm:prSet presAssocID="{E1900490-4368-403F-AF83-13F6660ECCBA}" presName="textNode" presStyleLbl="node1" presStyleIdx="0" presStyleCnt="4">
        <dgm:presLayoutVars>
          <dgm:bulletEnabled val="1"/>
        </dgm:presLayoutVars>
      </dgm:prSet>
      <dgm:spPr/>
    </dgm:pt>
    <dgm:pt modelId="{946B4F45-EE78-4F76-A718-B1894ACFFEE7}" type="pres">
      <dgm:prSet presAssocID="{12AE1A64-426D-4D1F-8411-CDAD44AE0088}" presName="sibTrans" presStyleCnt="0"/>
      <dgm:spPr/>
    </dgm:pt>
    <dgm:pt modelId="{EF83E691-83CB-4BE6-A8CD-BB1D2CAD22AD}" type="pres">
      <dgm:prSet presAssocID="{68119EE0-8EBF-4019-88CD-C0E84C8AFA75}" presName="textNode" presStyleLbl="node1" presStyleIdx="1" presStyleCnt="4">
        <dgm:presLayoutVars>
          <dgm:bulletEnabled val="1"/>
        </dgm:presLayoutVars>
      </dgm:prSet>
      <dgm:spPr/>
    </dgm:pt>
    <dgm:pt modelId="{DD96E440-E9AF-4311-BBD8-0D6525BE436B}" type="pres">
      <dgm:prSet presAssocID="{82D8342D-C8B8-4F65-800F-0CCBDE752BA2}" presName="sibTrans" presStyleCnt="0"/>
      <dgm:spPr/>
    </dgm:pt>
    <dgm:pt modelId="{8FAD5ABE-BC42-4E0B-BC22-9287CDD9A377}" type="pres">
      <dgm:prSet presAssocID="{02C566C4-6B85-455B-9C7D-4DC662C60850}" presName="textNode" presStyleLbl="node1" presStyleIdx="2" presStyleCnt="4">
        <dgm:presLayoutVars>
          <dgm:bulletEnabled val="1"/>
        </dgm:presLayoutVars>
      </dgm:prSet>
      <dgm:spPr/>
    </dgm:pt>
    <dgm:pt modelId="{CA094A4B-19B6-45B0-A0ED-6C1F0B626B7E}" type="pres">
      <dgm:prSet presAssocID="{CC46113C-5D67-4971-B568-2B3FA2D83DB2}" presName="sibTrans" presStyleCnt="0"/>
      <dgm:spPr/>
    </dgm:pt>
    <dgm:pt modelId="{39BB9367-4EB2-43FA-B9CE-B9E313B4F29C}" type="pres">
      <dgm:prSet presAssocID="{F9B82FC4-4608-415D-ABB7-DEAD2B86369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BEE1DB03-26AB-4D9E-87E9-A433F0B177B0}" type="presOf" srcId="{78ABD84F-1F8A-4949-BAEC-4CB12CC8D504}" destId="{3453495C-49B5-46C9-B368-A67B931BEF37}" srcOrd="0" destOrd="0" presId="urn:microsoft.com/office/officeart/2005/8/layout/hProcess9"/>
    <dgm:cxn modelId="{5CE2340E-E080-45C5-A649-AA37D9D36D39}" srcId="{78ABD84F-1F8A-4949-BAEC-4CB12CC8D504}" destId="{02C566C4-6B85-455B-9C7D-4DC662C60850}" srcOrd="2" destOrd="0" parTransId="{1F5A6334-C42D-43CB-84B9-F79274515208}" sibTransId="{CC46113C-5D67-4971-B568-2B3FA2D83DB2}"/>
    <dgm:cxn modelId="{ED09AC1C-7C3C-45F2-ACC5-15487FC13A9D}" type="presOf" srcId="{E1900490-4368-403F-AF83-13F6660ECCBA}" destId="{F900E8EC-7586-42ED-9ACB-1676DBA73A7F}" srcOrd="0" destOrd="0" presId="urn:microsoft.com/office/officeart/2005/8/layout/hProcess9"/>
    <dgm:cxn modelId="{CE06178D-974F-45F5-8594-4EFDDC3329DD}" srcId="{78ABD84F-1F8A-4949-BAEC-4CB12CC8D504}" destId="{F9B82FC4-4608-415D-ABB7-DEAD2B86369A}" srcOrd="3" destOrd="0" parTransId="{0A0963E1-402D-45C1-8C4A-B4936E6FD6FD}" sibTransId="{5305597A-FDA7-4A4E-BABE-1C08E87FB366}"/>
    <dgm:cxn modelId="{B8B3B49B-757B-47E0-8FD5-2F38320D7651}" type="presOf" srcId="{68119EE0-8EBF-4019-88CD-C0E84C8AFA75}" destId="{EF83E691-83CB-4BE6-A8CD-BB1D2CAD22AD}" srcOrd="0" destOrd="0" presId="urn:microsoft.com/office/officeart/2005/8/layout/hProcess9"/>
    <dgm:cxn modelId="{45BC7EBC-00CF-4109-8133-6130F0D21761}" srcId="{78ABD84F-1F8A-4949-BAEC-4CB12CC8D504}" destId="{E1900490-4368-403F-AF83-13F6660ECCBA}" srcOrd="0" destOrd="0" parTransId="{8A0F194C-82A6-4DBD-B13C-27BFE5F17875}" sibTransId="{12AE1A64-426D-4D1F-8411-CDAD44AE0088}"/>
    <dgm:cxn modelId="{308E65D1-D307-4CF3-BD2F-3B52BAD1D4CF}" type="presOf" srcId="{02C566C4-6B85-455B-9C7D-4DC662C60850}" destId="{8FAD5ABE-BC42-4E0B-BC22-9287CDD9A377}" srcOrd="0" destOrd="0" presId="urn:microsoft.com/office/officeart/2005/8/layout/hProcess9"/>
    <dgm:cxn modelId="{79A4C1F6-3C1E-495B-8B6D-51F9DBE2851C}" srcId="{78ABD84F-1F8A-4949-BAEC-4CB12CC8D504}" destId="{68119EE0-8EBF-4019-88CD-C0E84C8AFA75}" srcOrd="1" destOrd="0" parTransId="{F25FFD6F-08E7-4812-B3CA-80BDB0E8B54E}" sibTransId="{82D8342D-C8B8-4F65-800F-0CCBDE752BA2}"/>
    <dgm:cxn modelId="{F93FA9F8-821B-4D46-B9ED-4C0F221B2E9D}" type="presOf" srcId="{F9B82FC4-4608-415D-ABB7-DEAD2B86369A}" destId="{39BB9367-4EB2-43FA-B9CE-B9E313B4F29C}" srcOrd="0" destOrd="0" presId="urn:microsoft.com/office/officeart/2005/8/layout/hProcess9"/>
    <dgm:cxn modelId="{533CDE37-11C8-48C3-99E8-553E3E463C99}" type="presParOf" srcId="{3453495C-49B5-46C9-B368-A67B931BEF37}" destId="{938CFC16-9517-4D1B-B046-6454B82B1105}" srcOrd="0" destOrd="0" presId="urn:microsoft.com/office/officeart/2005/8/layout/hProcess9"/>
    <dgm:cxn modelId="{75F8AE53-8FBE-47BF-B5C4-3CAFB2D1BCEF}" type="presParOf" srcId="{3453495C-49B5-46C9-B368-A67B931BEF37}" destId="{801D6F63-407C-4CE7-9CB0-7D60A894ADC0}" srcOrd="1" destOrd="0" presId="urn:microsoft.com/office/officeart/2005/8/layout/hProcess9"/>
    <dgm:cxn modelId="{E909F045-55F7-4662-865C-C7EF5574A817}" type="presParOf" srcId="{801D6F63-407C-4CE7-9CB0-7D60A894ADC0}" destId="{F900E8EC-7586-42ED-9ACB-1676DBA73A7F}" srcOrd="0" destOrd="0" presId="urn:microsoft.com/office/officeart/2005/8/layout/hProcess9"/>
    <dgm:cxn modelId="{AF786E82-0010-4C41-8DC9-C3548578AE40}" type="presParOf" srcId="{801D6F63-407C-4CE7-9CB0-7D60A894ADC0}" destId="{946B4F45-EE78-4F76-A718-B1894ACFFEE7}" srcOrd="1" destOrd="0" presId="urn:microsoft.com/office/officeart/2005/8/layout/hProcess9"/>
    <dgm:cxn modelId="{6832902D-4C67-4FD6-A84A-743369ADBB49}" type="presParOf" srcId="{801D6F63-407C-4CE7-9CB0-7D60A894ADC0}" destId="{EF83E691-83CB-4BE6-A8CD-BB1D2CAD22AD}" srcOrd="2" destOrd="0" presId="urn:microsoft.com/office/officeart/2005/8/layout/hProcess9"/>
    <dgm:cxn modelId="{1A740FF9-1332-46F5-8121-E0EBB31601D3}" type="presParOf" srcId="{801D6F63-407C-4CE7-9CB0-7D60A894ADC0}" destId="{DD96E440-E9AF-4311-BBD8-0D6525BE436B}" srcOrd="3" destOrd="0" presId="urn:microsoft.com/office/officeart/2005/8/layout/hProcess9"/>
    <dgm:cxn modelId="{31A5DB27-9D38-4D08-A8AC-D0FA3331B68E}" type="presParOf" srcId="{801D6F63-407C-4CE7-9CB0-7D60A894ADC0}" destId="{8FAD5ABE-BC42-4E0B-BC22-9287CDD9A377}" srcOrd="4" destOrd="0" presId="urn:microsoft.com/office/officeart/2005/8/layout/hProcess9"/>
    <dgm:cxn modelId="{B7EB0671-68F2-4F63-BBA5-29371BDC45C3}" type="presParOf" srcId="{801D6F63-407C-4CE7-9CB0-7D60A894ADC0}" destId="{CA094A4B-19B6-45B0-A0ED-6C1F0B626B7E}" srcOrd="5" destOrd="0" presId="urn:microsoft.com/office/officeart/2005/8/layout/hProcess9"/>
    <dgm:cxn modelId="{CD1A6463-6870-4467-B662-0AF25D54CC63}" type="presParOf" srcId="{801D6F63-407C-4CE7-9CB0-7D60A894ADC0}" destId="{39BB9367-4EB2-43FA-B9CE-B9E313B4F29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7342EE-3061-4A6D-B5DB-CF0D8E968293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301737D6-017B-4246-816A-2456D4754E24}">
      <dgm:prSet phldrT="[Texto]" custT="1"/>
      <dgm:spPr/>
      <dgm:t>
        <a:bodyPr/>
        <a:lstStyle/>
        <a:p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METODOLOGÍA</a:t>
          </a:r>
        </a:p>
      </dgm:t>
    </dgm:pt>
    <dgm:pt modelId="{365AD96B-BBC1-4DD9-A09E-56F1D2E86199}" type="parTrans" cxnId="{81E53EE0-7801-40EB-8CD6-6C4A5D5E529E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6402E40-6C44-40ED-A44F-E9D31E3CC4EA}" type="sibTrans" cxnId="{81E53EE0-7801-40EB-8CD6-6C4A5D5E529E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DB5C2D-5280-4DBB-AFFE-71F15286FD1F}">
      <dgm:prSet phldrT="[Texto]" custT="1"/>
      <dgm:spPr/>
      <dgm:t>
        <a:bodyPr/>
        <a:lstStyle/>
        <a:p>
          <a:r>
            <a:rPr lang="es-CL" sz="1800" u="none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Encuesta estructurada: Jefaturas académicas de pregrado (32).</a:t>
          </a:r>
        </a:p>
      </dgm:t>
    </dgm:pt>
    <dgm:pt modelId="{4E964F69-7F77-4C75-BB37-D8F78EDB1A33}" type="parTrans" cxnId="{EE623A30-075C-46F2-AB28-1CD21C8AD4C9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3A3749F-7698-441E-B360-9C5833871006}" type="sibTrans" cxnId="{EE623A30-075C-46F2-AB28-1CD21C8AD4C9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A38B50A-183B-4B82-9D55-DD2D1AA037C4}">
      <dgm:prSet phldrT="[Texto]" custT="1"/>
      <dgm:spPr/>
      <dgm:t>
        <a:bodyPr/>
        <a:lstStyle/>
        <a:p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DOCUMENTAL</a:t>
          </a:r>
        </a:p>
      </dgm:t>
    </dgm:pt>
    <dgm:pt modelId="{7878AD76-0EDC-42F5-8E6A-E5138860D21B}" type="parTrans" cxnId="{09CD7117-66DD-411C-9FEF-2CE831CE9FE1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9B8EA3E-BC6E-4E98-94D1-09D8C9AADCAA}" type="sibTrans" cxnId="{09CD7117-66DD-411C-9FEF-2CE831CE9FE1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0F004FF-5727-4871-BBDC-8CEFA8C7B782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Modelo Educativo Institucional (MEI, 2014)</a:t>
          </a:r>
        </a:p>
      </dgm:t>
    </dgm:pt>
    <dgm:pt modelId="{FCCC9BC3-5935-4FDA-B3A8-C9FABB88DBF9}" type="parTrans" cxnId="{90D0AE96-9943-4D50-B2DF-BDC99FAAF3B3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107E064-5498-4902-B324-D2487A9CD4AC}" type="sibTrans" cxnId="{90D0AE96-9943-4D50-B2DF-BDC99FAAF3B3}">
      <dgm:prSet/>
      <dgm:spPr/>
      <dgm:t>
        <a:bodyPr/>
        <a:lstStyle/>
        <a:p>
          <a:endParaRPr lang="es-CL" sz="16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A611612-26B4-4DA3-AF45-C745F4845644}">
      <dgm:prSet phldrT="[Texto]" custT="1"/>
      <dgm:spPr/>
      <dgm:t>
        <a:bodyPr/>
        <a:lstStyle/>
        <a:p>
          <a:r>
            <a:rPr lang="es-CL" sz="1800" u="none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Entrevistas semiestructuradas</a:t>
          </a: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: Vicedecanos/as (14), Directores/as de programas articulados (17), profesionales de apoyo y secretarías de postgrado (7), y registradores/as curriculares (7).</a:t>
          </a:r>
          <a:endParaRPr lang="es-CL" sz="1800" u="none" dirty="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6C4A2B-883D-4754-A1CD-BBD54CD1CB80}" type="parTrans" cxnId="{AA08AA91-E49A-4CD9-87E1-9300303A08F3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D43ABDB2-6326-43E5-8BFA-FC196D1C78C1}" type="sibTrans" cxnId="{AA08AA91-E49A-4CD9-87E1-9300303A08F3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DEB1AF65-1F8E-4D6F-B06C-C08D604C7CFA}">
      <dgm:prSet phldrT="[Texto]" custT="1"/>
      <dgm:spPr/>
      <dgm:t>
        <a:bodyPr/>
        <a:lstStyle/>
        <a:p>
          <a:pPr algn="l">
            <a:buNone/>
          </a:pPr>
          <a:endParaRPr lang="es-CL" sz="2400" dirty="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511246B-77EF-4B6B-8946-C76AB9F76726}" type="parTrans" cxnId="{594FD2D2-268C-4971-9C5C-715B6301D598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DF73EB39-F34C-40BE-8973-75ADB946ABC1}" type="sibTrans" cxnId="{594FD2D2-268C-4971-9C5C-715B6301D598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48409A5E-B5B4-43DC-854B-B5B4EA9F1ACB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Política de Investigación (Resolución N°1924/2014)</a:t>
          </a:r>
        </a:p>
      </dgm:t>
    </dgm:pt>
    <dgm:pt modelId="{E9B918EC-8966-411E-BA24-92D1172A860D}" type="parTrans" cxnId="{C698745F-17DE-43CF-B4F4-5B5F2B608A46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945BD480-F987-44BA-87C9-F63398B13F65}" type="sibTrans" cxnId="{C698745F-17DE-43CF-B4F4-5B5F2B608A46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2F3FE729-1C41-44DA-8B51-DF3414EB4168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Resoluciones institucionales: Nº7441/2017: regula el funcionamiento del postgrado; Nº5929/2019: establece lineamientos para la articulación entre niveles; Nº7307/2022: regula el sistema de becas, incluyendo beneficios para estudiantes articulados.</a:t>
          </a:r>
        </a:p>
      </dgm:t>
    </dgm:pt>
    <dgm:pt modelId="{4A4F980E-1B36-4CFC-A812-5AB850E35D61}" type="parTrans" cxnId="{8F7FEBD8-C75D-4CCD-B434-F9F6B8C18856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D48DA2DD-4381-4FE9-9186-F65289F669A6}" type="sibTrans" cxnId="{8F7FEBD8-C75D-4CCD-B434-F9F6B8C18856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F4323A59-C0EC-4818-9539-53B9CE35F378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Reglamentos de estudios y becas de postgrado.</a:t>
          </a:r>
        </a:p>
      </dgm:t>
    </dgm:pt>
    <dgm:pt modelId="{32A4C92E-E3FE-45C7-9F32-62FDA53A7F60}" type="parTrans" cxnId="{250EB05E-1C6C-4BDD-BC94-4C5BCFBC79C9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AA0AE782-9E5E-4BCA-8B73-EBE5C6AE0B1C}" type="sibTrans" cxnId="{250EB05E-1C6C-4BDD-BC94-4C5BCFBC79C9}">
      <dgm:prSet/>
      <dgm:spPr/>
      <dgm:t>
        <a:bodyPr/>
        <a:lstStyle/>
        <a:p>
          <a:endParaRPr lang="es-CL" sz="1600">
            <a:latin typeface="Aptos Display" panose="020B0004020202020204" pitchFamily="34" charset="0"/>
          </a:endParaRPr>
        </a:p>
      </dgm:t>
    </dgm:pt>
    <dgm:pt modelId="{142A3FFF-AD5F-4DCB-B65E-5B322952615A}" type="pres">
      <dgm:prSet presAssocID="{7D7342EE-3061-4A6D-B5DB-CF0D8E968293}" presName="linear" presStyleCnt="0">
        <dgm:presLayoutVars>
          <dgm:animLvl val="lvl"/>
          <dgm:resizeHandles val="exact"/>
        </dgm:presLayoutVars>
      </dgm:prSet>
      <dgm:spPr/>
    </dgm:pt>
    <dgm:pt modelId="{55E8050C-6085-4920-B131-17DF5B32A699}" type="pres">
      <dgm:prSet presAssocID="{301737D6-017B-4246-816A-2456D4754E24}" presName="parentText" presStyleLbl="node1" presStyleIdx="0" presStyleCnt="2" custScaleY="62589">
        <dgm:presLayoutVars>
          <dgm:chMax val="0"/>
          <dgm:bulletEnabled val="1"/>
        </dgm:presLayoutVars>
      </dgm:prSet>
      <dgm:spPr/>
    </dgm:pt>
    <dgm:pt modelId="{47AC627A-E3A6-4AA1-A62C-56FFFC9259EC}" type="pres">
      <dgm:prSet presAssocID="{301737D6-017B-4246-816A-2456D4754E24}" presName="childText" presStyleLbl="revTx" presStyleIdx="0" presStyleCnt="2">
        <dgm:presLayoutVars>
          <dgm:bulletEnabled val="1"/>
        </dgm:presLayoutVars>
      </dgm:prSet>
      <dgm:spPr/>
    </dgm:pt>
    <dgm:pt modelId="{9B649552-7F4A-47F1-8FFD-55C3EFDF1789}" type="pres">
      <dgm:prSet presAssocID="{AA38B50A-183B-4B82-9D55-DD2D1AA037C4}" presName="parentText" presStyleLbl="node1" presStyleIdx="1" presStyleCnt="2" custScaleY="62831">
        <dgm:presLayoutVars>
          <dgm:chMax val="0"/>
          <dgm:bulletEnabled val="1"/>
        </dgm:presLayoutVars>
      </dgm:prSet>
      <dgm:spPr/>
    </dgm:pt>
    <dgm:pt modelId="{596EB280-04D0-471E-91C1-24140DF6276A}" type="pres">
      <dgm:prSet presAssocID="{AA38B50A-183B-4B82-9D55-DD2D1AA037C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60C1502-F742-4120-828D-3720355EDCBD}" type="presOf" srcId="{CA611612-26B4-4DA3-AF45-C745F4845644}" destId="{47AC627A-E3A6-4AA1-A62C-56FFFC9259EC}" srcOrd="0" destOrd="1" presId="urn:microsoft.com/office/officeart/2005/8/layout/vList2"/>
    <dgm:cxn modelId="{13540A03-17E4-4F63-AAE6-4397621CC20F}" type="presOf" srcId="{48409A5E-B5B4-43DC-854B-B5B4EA9F1ACB}" destId="{596EB280-04D0-471E-91C1-24140DF6276A}" srcOrd="0" destOrd="1" presId="urn:microsoft.com/office/officeart/2005/8/layout/vList2"/>
    <dgm:cxn modelId="{CDE3B10F-827D-4F9C-9FA7-65316761F41D}" type="presOf" srcId="{7D7342EE-3061-4A6D-B5DB-CF0D8E968293}" destId="{142A3FFF-AD5F-4DCB-B65E-5B322952615A}" srcOrd="0" destOrd="0" presId="urn:microsoft.com/office/officeart/2005/8/layout/vList2"/>
    <dgm:cxn modelId="{09CD7117-66DD-411C-9FEF-2CE831CE9FE1}" srcId="{7D7342EE-3061-4A6D-B5DB-CF0D8E968293}" destId="{AA38B50A-183B-4B82-9D55-DD2D1AA037C4}" srcOrd="1" destOrd="0" parTransId="{7878AD76-0EDC-42F5-8E6A-E5138860D21B}" sibTransId="{C9B8EA3E-BC6E-4E98-94D1-09D8C9AADCAA}"/>
    <dgm:cxn modelId="{EE623A30-075C-46F2-AB28-1CD21C8AD4C9}" srcId="{301737D6-017B-4246-816A-2456D4754E24}" destId="{6DDB5C2D-5280-4DBB-AFFE-71F15286FD1F}" srcOrd="0" destOrd="0" parTransId="{4E964F69-7F77-4C75-BB37-D8F78EDB1A33}" sibTransId="{53A3749F-7698-441E-B360-9C5833871006}"/>
    <dgm:cxn modelId="{2A118034-0EEB-4D35-AB32-91AAD4C5C0C2}" type="presOf" srcId="{F4323A59-C0EC-4818-9539-53B9CE35F378}" destId="{596EB280-04D0-471E-91C1-24140DF6276A}" srcOrd="0" destOrd="3" presId="urn:microsoft.com/office/officeart/2005/8/layout/vList2"/>
    <dgm:cxn modelId="{10F0A038-2B76-4479-846C-359157B2AB30}" type="presOf" srcId="{C0F004FF-5727-4871-BBDC-8CEFA8C7B782}" destId="{596EB280-04D0-471E-91C1-24140DF6276A}" srcOrd="0" destOrd="0" presId="urn:microsoft.com/office/officeart/2005/8/layout/vList2"/>
    <dgm:cxn modelId="{1DD0CF39-29D7-4CA4-9614-85B93587CC6A}" type="presOf" srcId="{6DDB5C2D-5280-4DBB-AFFE-71F15286FD1F}" destId="{47AC627A-E3A6-4AA1-A62C-56FFFC9259EC}" srcOrd="0" destOrd="0" presId="urn:microsoft.com/office/officeart/2005/8/layout/vList2"/>
    <dgm:cxn modelId="{250EB05E-1C6C-4BDD-BC94-4C5BCFBC79C9}" srcId="{AA38B50A-183B-4B82-9D55-DD2D1AA037C4}" destId="{F4323A59-C0EC-4818-9539-53B9CE35F378}" srcOrd="3" destOrd="0" parTransId="{32A4C92E-E3FE-45C7-9F32-62FDA53A7F60}" sibTransId="{AA0AE782-9E5E-4BCA-8B73-EBE5C6AE0B1C}"/>
    <dgm:cxn modelId="{C698745F-17DE-43CF-B4F4-5B5F2B608A46}" srcId="{AA38B50A-183B-4B82-9D55-DD2D1AA037C4}" destId="{48409A5E-B5B4-43DC-854B-B5B4EA9F1ACB}" srcOrd="1" destOrd="0" parTransId="{E9B918EC-8966-411E-BA24-92D1172A860D}" sibTransId="{945BD480-F987-44BA-87C9-F63398B13F65}"/>
    <dgm:cxn modelId="{6FDF3C50-26D8-4FA2-9A51-0FB45676C35A}" type="presOf" srcId="{2F3FE729-1C41-44DA-8B51-DF3414EB4168}" destId="{596EB280-04D0-471E-91C1-24140DF6276A}" srcOrd="0" destOrd="2" presId="urn:microsoft.com/office/officeart/2005/8/layout/vList2"/>
    <dgm:cxn modelId="{A2E51F7C-EFBF-41D3-AF01-D60960207124}" type="presOf" srcId="{DEB1AF65-1F8E-4D6F-B06C-C08D604C7CFA}" destId="{596EB280-04D0-471E-91C1-24140DF6276A}" srcOrd="0" destOrd="4" presId="urn:microsoft.com/office/officeart/2005/8/layout/vList2"/>
    <dgm:cxn modelId="{AA08AA91-E49A-4CD9-87E1-9300303A08F3}" srcId="{301737D6-017B-4246-816A-2456D4754E24}" destId="{CA611612-26B4-4DA3-AF45-C745F4845644}" srcOrd="1" destOrd="0" parTransId="{B56C4A2B-883D-4754-A1CD-BBD54CD1CB80}" sibTransId="{D43ABDB2-6326-43E5-8BFA-FC196D1C78C1}"/>
    <dgm:cxn modelId="{90D0AE96-9943-4D50-B2DF-BDC99FAAF3B3}" srcId="{AA38B50A-183B-4B82-9D55-DD2D1AA037C4}" destId="{C0F004FF-5727-4871-BBDC-8CEFA8C7B782}" srcOrd="0" destOrd="0" parTransId="{FCCC9BC3-5935-4FDA-B3A8-C9FABB88DBF9}" sibTransId="{3107E064-5498-4902-B324-D2487A9CD4AC}"/>
    <dgm:cxn modelId="{70FCC89E-DA4B-49A6-8A90-E05438924EC3}" type="presOf" srcId="{AA38B50A-183B-4B82-9D55-DD2D1AA037C4}" destId="{9B649552-7F4A-47F1-8FFD-55C3EFDF1789}" srcOrd="0" destOrd="0" presId="urn:microsoft.com/office/officeart/2005/8/layout/vList2"/>
    <dgm:cxn modelId="{D04A1CC3-2716-4C3F-BBF8-68EEAA28FF45}" type="presOf" srcId="{301737D6-017B-4246-816A-2456D4754E24}" destId="{55E8050C-6085-4920-B131-17DF5B32A699}" srcOrd="0" destOrd="0" presId="urn:microsoft.com/office/officeart/2005/8/layout/vList2"/>
    <dgm:cxn modelId="{594FD2D2-268C-4971-9C5C-715B6301D598}" srcId="{AA38B50A-183B-4B82-9D55-DD2D1AA037C4}" destId="{DEB1AF65-1F8E-4D6F-B06C-C08D604C7CFA}" srcOrd="4" destOrd="0" parTransId="{A511246B-77EF-4B6B-8946-C76AB9F76726}" sibTransId="{DF73EB39-F34C-40BE-8973-75ADB946ABC1}"/>
    <dgm:cxn modelId="{8F7FEBD8-C75D-4CCD-B434-F9F6B8C18856}" srcId="{AA38B50A-183B-4B82-9D55-DD2D1AA037C4}" destId="{2F3FE729-1C41-44DA-8B51-DF3414EB4168}" srcOrd="2" destOrd="0" parTransId="{4A4F980E-1B36-4CFC-A812-5AB850E35D61}" sibTransId="{D48DA2DD-4381-4FE9-9186-F65289F669A6}"/>
    <dgm:cxn modelId="{81E53EE0-7801-40EB-8CD6-6C4A5D5E529E}" srcId="{7D7342EE-3061-4A6D-B5DB-CF0D8E968293}" destId="{301737D6-017B-4246-816A-2456D4754E24}" srcOrd="0" destOrd="0" parTransId="{365AD96B-BBC1-4DD9-A09E-56F1D2E86199}" sibTransId="{E6402E40-6C44-40ED-A44F-E9D31E3CC4EA}"/>
    <dgm:cxn modelId="{F243FBF8-AF68-4F12-99E7-E540012B49C8}" type="presParOf" srcId="{142A3FFF-AD5F-4DCB-B65E-5B322952615A}" destId="{55E8050C-6085-4920-B131-17DF5B32A699}" srcOrd="0" destOrd="0" presId="urn:microsoft.com/office/officeart/2005/8/layout/vList2"/>
    <dgm:cxn modelId="{368D00B9-D86D-4B10-89DE-DFFD3AF7BA4D}" type="presParOf" srcId="{142A3FFF-AD5F-4DCB-B65E-5B322952615A}" destId="{47AC627A-E3A6-4AA1-A62C-56FFFC9259EC}" srcOrd="1" destOrd="0" presId="urn:microsoft.com/office/officeart/2005/8/layout/vList2"/>
    <dgm:cxn modelId="{4073975C-A7D6-4940-9AFE-A99A55823942}" type="presParOf" srcId="{142A3FFF-AD5F-4DCB-B65E-5B322952615A}" destId="{9B649552-7F4A-47F1-8FFD-55C3EFDF1789}" srcOrd="2" destOrd="0" presId="urn:microsoft.com/office/officeart/2005/8/layout/vList2"/>
    <dgm:cxn modelId="{D6293798-E6C3-4A44-B8FE-AC9FC1EE7968}" type="presParOf" srcId="{142A3FFF-AD5F-4DCB-B65E-5B322952615A}" destId="{596EB280-04D0-471E-91C1-24140DF627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1C91AD-5E67-4AC8-9451-87CD836EC1CE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CL"/>
        </a:p>
      </dgm:t>
    </dgm:pt>
    <dgm:pt modelId="{30316048-D9D3-47E6-BF0C-5FF3EE347871}">
      <dgm:prSet phldrT="[Texto]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PRINCIPALES RESULTADOS:</a:t>
          </a:r>
        </a:p>
        <a:p>
          <a:r>
            <a:rPr lang="es-CL" sz="2000" b="1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Articulación entre programas de pre y postgrado</a:t>
          </a:r>
        </a:p>
      </dgm:t>
    </dgm:pt>
    <dgm:pt modelId="{AB759CD2-248B-42EF-8FCA-91534151DD7D}" type="parTrans" cxnId="{862058FF-D7C6-4459-B88A-5DC4AA98B106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6737B6-77A0-46E2-BAE0-9C3C42CB6503}" type="sibTrans" cxnId="{862058FF-D7C6-4459-B88A-5DC4AA98B106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4AD35ED-F46E-4407-9CBB-7AD66303C6E0}">
      <dgm:prSet phldrT="[Texto]" custT="1"/>
      <dgm:spPr/>
      <dgm:t>
        <a:bodyPr/>
        <a:lstStyle/>
        <a:p>
          <a:pPr algn="just"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 Universidad cuenta con 72 programas regulares de pregrado, donde a nivel de postgrado, se han formalizado articulaciones en 12 programas (10 de magíster y 2 de doctorado), los cuales están articulados con 15 carreras de pregrado.</a:t>
          </a:r>
        </a:p>
      </dgm:t>
    </dgm:pt>
    <dgm:pt modelId="{5CFA06B2-888D-4A71-81FD-844CB99CF69D}" type="parTrans" cxnId="{A133A1B8-5979-4FDF-B1CC-F942F8B6A235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F027527-9B07-4840-932C-011758E6DE89}" type="sibTrans" cxnId="{A133A1B8-5979-4FDF-B1CC-F942F8B6A235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052F667-BC50-4C6A-98EA-2B60F85E5106}">
      <dgm:prSet phldrT="[Texto]" custT="1"/>
      <dgm:spPr/>
      <dgm:t>
        <a:bodyPr/>
        <a:lstStyle/>
        <a:p>
          <a:pPr algn="just"/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Percepciones sobre la Resolución VRAC N°5929/2019: ambigua y poco detallada. No contempla, por ejemplo, protocolos administrativos estandarizados ni rutas pedagógicas definidas, lo que obliga a cada unidad a “interpretar” la norma.</a:t>
          </a:r>
        </a:p>
      </dgm:t>
    </dgm:pt>
    <dgm:pt modelId="{673C1793-E4E8-4466-95B3-9B75D62CBBAF}" type="parTrans" cxnId="{C373D41E-FE9D-4B0D-AFCE-2CB74A40EF93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F023FC-CD88-4C1C-B088-1D943840895C}" type="sibTrans" cxnId="{C373D41E-FE9D-4B0D-AFCE-2CB74A40EF93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45FBF2F-1DF8-4999-BB27-312F5CD3113A}">
      <dgm:prSet phldrT="[Texto]" custT="1"/>
      <dgm:spPr/>
      <dgm:t>
        <a:bodyPr/>
        <a:lstStyle/>
        <a:p>
          <a:pPr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 varias facultades, la articulación ocurre mediante acuerdos individuales entre estudiantes y docentes (“cursos espejo”), sin registro ni trazabilidad formal.</a:t>
          </a:r>
        </a:p>
      </dgm:t>
    </dgm:pt>
    <dgm:pt modelId="{8CD3D2FD-2669-4F09-8E7C-6B1D337B978C}" type="parTrans" cxnId="{C59FAE47-980C-44FD-BB36-CC651A135BBC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A5D9BA3-6AC8-42A5-AA3A-3EF22E2D6219}" type="sibTrans" cxnId="{C59FAE47-980C-44FD-BB36-CC651A135BBC}">
      <dgm:prSet/>
      <dgm:spPr/>
      <dgm:t>
        <a:bodyPr/>
        <a:lstStyle/>
        <a:p>
          <a:endParaRPr lang="es-CL" sz="20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3297778-E833-4506-82D3-465D3F433063}">
      <dgm:prSet custT="1"/>
      <dgm:spPr/>
      <dgm:t>
        <a:bodyPr/>
        <a:lstStyle/>
        <a:p>
          <a:pPr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Tanto estudiantes como algunos académicos y equipos administrativos desconocen las posibilidades que ofrece la articulación.</a:t>
          </a:r>
        </a:p>
      </dgm:t>
    </dgm:pt>
    <dgm:pt modelId="{8A433140-7B21-46C5-A4FC-AD2C6933EB22}" type="parTrans" cxnId="{119142F0-8DED-4334-8C65-8D9A33A5D4A1}">
      <dgm:prSet/>
      <dgm:spPr/>
      <dgm:t>
        <a:bodyPr/>
        <a:lstStyle/>
        <a:p>
          <a:endParaRPr lang="es-CL">
            <a:latin typeface="Aptos Display" panose="020B0004020202020204" pitchFamily="34" charset="0"/>
          </a:endParaRPr>
        </a:p>
      </dgm:t>
    </dgm:pt>
    <dgm:pt modelId="{95CB99EB-43FC-401B-A976-5B8F0AEAE5D9}" type="sibTrans" cxnId="{119142F0-8DED-4334-8C65-8D9A33A5D4A1}">
      <dgm:prSet/>
      <dgm:spPr/>
      <dgm:t>
        <a:bodyPr/>
        <a:lstStyle/>
        <a:p>
          <a:endParaRPr lang="es-CL">
            <a:latin typeface="Aptos Display" panose="020B0004020202020204" pitchFamily="34" charset="0"/>
          </a:endParaRPr>
        </a:p>
      </dgm:t>
    </dgm:pt>
    <dgm:pt modelId="{4FBDABB5-4F86-400E-B1A1-E0A52C98908F}">
      <dgm:prSet custT="1"/>
      <dgm:spPr/>
      <dgm:t>
        <a:bodyPr/>
        <a:lstStyle/>
        <a:p>
          <a:pPr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 articulación suele reducirse a la convalidación de asignaturas, sin un diseño curricular integrado por competencias, ni continuidad temática o metodológica entre niveles.</a:t>
          </a:r>
        </a:p>
      </dgm:t>
    </dgm:pt>
    <dgm:pt modelId="{6DC920C9-7CDA-4940-8A4F-66B90A132C2E}" type="parTrans" cxnId="{0F9CB5C4-4ED7-41DC-87CE-72E428C03A38}">
      <dgm:prSet/>
      <dgm:spPr/>
      <dgm:t>
        <a:bodyPr/>
        <a:lstStyle/>
        <a:p>
          <a:endParaRPr lang="es-CL">
            <a:latin typeface="Aptos Display" panose="020B0004020202020204" pitchFamily="34" charset="0"/>
          </a:endParaRPr>
        </a:p>
      </dgm:t>
    </dgm:pt>
    <dgm:pt modelId="{D51CC2E3-C744-443B-AC9C-C39E74EE6DED}" type="sibTrans" cxnId="{0F9CB5C4-4ED7-41DC-87CE-72E428C03A38}">
      <dgm:prSet/>
      <dgm:spPr/>
      <dgm:t>
        <a:bodyPr/>
        <a:lstStyle/>
        <a:p>
          <a:endParaRPr lang="es-CL">
            <a:latin typeface="Aptos Display" panose="020B0004020202020204" pitchFamily="34" charset="0"/>
          </a:endParaRPr>
        </a:p>
      </dgm:t>
    </dgm:pt>
    <dgm:pt modelId="{9BD18A77-C626-4606-98FC-8A3BE9760D47}" type="pres">
      <dgm:prSet presAssocID="{A21C91AD-5E67-4AC8-9451-87CD836EC1CE}" presName="vert0" presStyleCnt="0">
        <dgm:presLayoutVars>
          <dgm:dir/>
          <dgm:animOne val="branch"/>
          <dgm:animLvl val="lvl"/>
        </dgm:presLayoutVars>
      </dgm:prSet>
      <dgm:spPr/>
    </dgm:pt>
    <dgm:pt modelId="{193B1352-6B0D-4304-8123-792A64378937}" type="pres">
      <dgm:prSet presAssocID="{30316048-D9D3-47E6-BF0C-5FF3EE347871}" presName="thickLine" presStyleLbl="alignNode1" presStyleIdx="0" presStyleCnt="1"/>
      <dgm:spPr/>
    </dgm:pt>
    <dgm:pt modelId="{048E9F43-35AE-421D-8F0B-9440B2F0ECAA}" type="pres">
      <dgm:prSet presAssocID="{30316048-D9D3-47E6-BF0C-5FF3EE347871}" presName="horz1" presStyleCnt="0"/>
      <dgm:spPr/>
    </dgm:pt>
    <dgm:pt modelId="{548FBDA9-4EC5-45F3-9EB9-80D16893ACC2}" type="pres">
      <dgm:prSet presAssocID="{30316048-D9D3-47E6-BF0C-5FF3EE347871}" presName="tx1" presStyleLbl="revTx" presStyleIdx="0" presStyleCnt="6"/>
      <dgm:spPr/>
    </dgm:pt>
    <dgm:pt modelId="{B03D6B40-BA32-4460-8145-8A5525DD4402}" type="pres">
      <dgm:prSet presAssocID="{30316048-D9D3-47E6-BF0C-5FF3EE347871}" presName="vert1" presStyleCnt="0"/>
      <dgm:spPr/>
    </dgm:pt>
    <dgm:pt modelId="{E42BED3C-623B-408A-A093-D7A7A12B2DB1}" type="pres">
      <dgm:prSet presAssocID="{E4AD35ED-F46E-4407-9CBB-7AD66303C6E0}" presName="vertSpace2a" presStyleCnt="0"/>
      <dgm:spPr/>
    </dgm:pt>
    <dgm:pt modelId="{51BDB63B-6632-4C7C-9D8A-631AAB650FB0}" type="pres">
      <dgm:prSet presAssocID="{E4AD35ED-F46E-4407-9CBB-7AD66303C6E0}" presName="horz2" presStyleCnt="0"/>
      <dgm:spPr/>
    </dgm:pt>
    <dgm:pt modelId="{0549369F-206F-49E2-AB29-9D8EC87DA52B}" type="pres">
      <dgm:prSet presAssocID="{E4AD35ED-F46E-4407-9CBB-7AD66303C6E0}" presName="horzSpace2" presStyleCnt="0"/>
      <dgm:spPr/>
    </dgm:pt>
    <dgm:pt modelId="{E87D82F4-C00C-423E-973D-94CC1FA194AB}" type="pres">
      <dgm:prSet presAssocID="{E4AD35ED-F46E-4407-9CBB-7AD66303C6E0}" presName="tx2" presStyleLbl="revTx" presStyleIdx="1" presStyleCnt="6" custScaleY="48057"/>
      <dgm:spPr/>
    </dgm:pt>
    <dgm:pt modelId="{663E6627-41AC-449C-A994-C70A36914DD7}" type="pres">
      <dgm:prSet presAssocID="{E4AD35ED-F46E-4407-9CBB-7AD66303C6E0}" presName="vert2" presStyleCnt="0"/>
      <dgm:spPr/>
    </dgm:pt>
    <dgm:pt modelId="{A3783D2C-979D-4705-AB04-D78ACA642070}" type="pres">
      <dgm:prSet presAssocID="{E4AD35ED-F46E-4407-9CBB-7AD66303C6E0}" presName="thinLine2b" presStyleLbl="callout" presStyleIdx="0" presStyleCnt="5"/>
      <dgm:spPr/>
    </dgm:pt>
    <dgm:pt modelId="{1397A253-A99B-4066-B510-989E7559BC42}" type="pres">
      <dgm:prSet presAssocID="{E4AD35ED-F46E-4407-9CBB-7AD66303C6E0}" presName="vertSpace2b" presStyleCnt="0"/>
      <dgm:spPr/>
    </dgm:pt>
    <dgm:pt modelId="{ADA52DDD-FD04-46EA-A447-8125011A1E62}" type="pres">
      <dgm:prSet presAssocID="{F052F667-BC50-4C6A-98EA-2B60F85E5106}" presName="horz2" presStyleCnt="0"/>
      <dgm:spPr/>
    </dgm:pt>
    <dgm:pt modelId="{29949D4C-3CD8-4AC4-9B49-16C42EB9A458}" type="pres">
      <dgm:prSet presAssocID="{F052F667-BC50-4C6A-98EA-2B60F85E5106}" presName="horzSpace2" presStyleCnt="0"/>
      <dgm:spPr/>
    </dgm:pt>
    <dgm:pt modelId="{4D3358FA-00C8-44EB-9E6F-C9F8D54820E8}" type="pres">
      <dgm:prSet presAssocID="{F052F667-BC50-4C6A-98EA-2B60F85E5106}" presName="tx2" presStyleLbl="revTx" presStyleIdx="2" presStyleCnt="6" custScaleY="42432" custLinFactNeighborY="-2745"/>
      <dgm:spPr/>
    </dgm:pt>
    <dgm:pt modelId="{F801F576-BE36-43CE-AADF-19188E13A71A}" type="pres">
      <dgm:prSet presAssocID="{F052F667-BC50-4C6A-98EA-2B60F85E5106}" presName="vert2" presStyleCnt="0"/>
      <dgm:spPr/>
    </dgm:pt>
    <dgm:pt modelId="{A6659F4B-B893-417D-A3BB-48013BB4E03A}" type="pres">
      <dgm:prSet presAssocID="{F052F667-BC50-4C6A-98EA-2B60F85E5106}" presName="thinLine2b" presStyleLbl="callout" presStyleIdx="1" presStyleCnt="5"/>
      <dgm:spPr/>
    </dgm:pt>
    <dgm:pt modelId="{DD468E03-1E3B-467C-B60A-0F66736CA4D1}" type="pres">
      <dgm:prSet presAssocID="{F052F667-BC50-4C6A-98EA-2B60F85E5106}" presName="vertSpace2b" presStyleCnt="0"/>
      <dgm:spPr/>
    </dgm:pt>
    <dgm:pt modelId="{E49B8FCF-6AFF-4909-AA65-F1A8E4706C77}" type="pres">
      <dgm:prSet presAssocID="{745FBF2F-1DF8-4999-BB27-312F5CD3113A}" presName="horz2" presStyleCnt="0"/>
      <dgm:spPr/>
    </dgm:pt>
    <dgm:pt modelId="{467BAE13-7472-4EF2-87E3-55091B870308}" type="pres">
      <dgm:prSet presAssocID="{745FBF2F-1DF8-4999-BB27-312F5CD3113A}" presName="horzSpace2" presStyleCnt="0"/>
      <dgm:spPr/>
    </dgm:pt>
    <dgm:pt modelId="{8FA0239D-1963-4787-8BBF-DEA1D91A8244}" type="pres">
      <dgm:prSet presAssocID="{745FBF2F-1DF8-4999-BB27-312F5CD3113A}" presName="tx2" presStyleLbl="revTx" presStyleIdx="3" presStyleCnt="6" custScaleY="28877" custLinFactNeighborY="-4392"/>
      <dgm:spPr/>
    </dgm:pt>
    <dgm:pt modelId="{C2CECC27-6082-4453-8A91-FA45BC2BD045}" type="pres">
      <dgm:prSet presAssocID="{745FBF2F-1DF8-4999-BB27-312F5CD3113A}" presName="vert2" presStyleCnt="0"/>
      <dgm:spPr/>
    </dgm:pt>
    <dgm:pt modelId="{3AA94F3C-92D0-4740-ABA3-E1A5F61A1E1B}" type="pres">
      <dgm:prSet presAssocID="{745FBF2F-1DF8-4999-BB27-312F5CD3113A}" presName="thinLine2b" presStyleLbl="callout" presStyleIdx="2" presStyleCnt="5"/>
      <dgm:spPr/>
    </dgm:pt>
    <dgm:pt modelId="{884E68E8-7A63-4E1B-B34F-A5178EA1B6C4}" type="pres">
      <dgm:prSet presAssocID="{745FBF2F-1DF8-4999-BB27-312F5CD3113A}" presName="vertSpace2b" presStyleCnt="0"/>
      <dgm:spPr/>
    </dgm:pt>
    <dgm:pt modelId="{38F39B36-2ED2-45A8-A553-64965ABD23BC}" type="pres">
      <dgm:prSet presAssocID="{C3297778-E833-4506-82D3-465D3F433063}" presName="horz2" presStyleCnt="0"/>
      <dgm:spPr/>
    </dgm:pt>
    <dgm:pt modelId="{E255BF89-3E4A-46C5-B3BA-4D8E1959A54C}" type="pres">
      <dgm:prSet presAssocID="{C3297778-E833-4506-82D3-465D3F433063}" presName="horzSpace2" presStyleCnt="0"/>
      <dgm:spPr/>
    </dgm:pt>
    <dgm:pt modelId="{6CBD1164-D688-45F5-9BA7-D11E65132E52}" type="pres">
      <dgm:prSet presAssocID="{C3297778-E833-4506-82D3-465D3F433063}" presName="tx2" presStyleLbl="revTx" presStyleIdx="4" presStyleCnt="6" custScaleY="36772"/>
      <dgm:spPr/>
    </dgm:pt>
    <dgm:pt modelId="{6204139D-5DC5-4D11-BE3A-1AD8013AF5B6}" type="pres">
      <dgm:prSet presAssocID="{C3297778-E833-4506-82D3-465D3F433063}" presName="vert2" presStyleCnt="0"/>
      <dgm:spPr/>
    </dgm:pt>
    <dgm:pt modelId="{1E1B6509-95DC-4EFA-AF61-9DDE58E20548}" type="pres">
      <dgm:prSet presAssocID="{C3297778-E833-4506-82D3-465D3F433063}" presName="thinLine2b" presStyleLbl="callout" presStyleIdx="3" presStyleCnt="5"/>
      <dgm:spPr/>
    </dgm:pt>
    <dgm:pt modelId="{F680666B-2E96-4607-A26C-88CCB09B53A9}" type="pres">
      <dgm:prSet presAssocID="{C3297778-E833-4506-82D3-465D3F433063}" presName="vertSpace2b" presStyleCnt="0"/>
      <dgm:spPr/>
    </dgm:pt>
    <dgm:pt modelId="{645E9F75-8313-4812-A423-C951F2E12785}" type="pres">
      <dgm:prSet presAssocID="{4FBDABB5-4F86-400E-B1A1-E0A52C98908F}" presName="horz2" presStyleCnt="0"/>
      <dgm:spPr/>
    </dgm:pt>
    <dgm:pt modelId="{4D32D190-BD53-4DAB-98BD-5641D79BA3AD}" type="pres">
      <dgm:prSet presAssocID="{4FBDABB5-4F86-400E-B1A1-E0A52C98908F}" presName="horzSpace2" presStyleCnt="0"/>
      <dgm:spPr/>
    </dgm:pt>
    <dgm:pt modelId="{14B9B063-16F9-49C7-B34E-8E5F62E1EB59}" type="pres">
      <dgm:prSet presAssocID="{4FBDABB5-4F86-400E-B1A1-E0A52C98908F}" presName="tx2" presStyleLbl="revTx" presStyleIdx="5" presStyleCnt="6" custScaleY="39273"/>
      <dgm:spPr/>
    </dgm:pt>
    <dgm:pt modelId="{D553D6AB-D8E0-404E-9DBF-FEC30F3F6440}" type="pres">
      <dgm:prSet presAssocID="{4FBDABB5-4F86-400E-B1A1-E0A52C98908F}" presName="vert2" presStyleCnt="0"/>
      <dgm:spPr/>
    </dgm:pt>
    <dgm:pt modelId="{9B1EADCB-0CEA-4C1E-B8A3-78C59C1A4C0B}" type="pres">
      <dgm:prSet presAssocID="{4FBDABB5-4F86-400E-B1A1-E0A52C98908F}" presName="thinLine2b" presStyleLbl="callout" presStyleIdx="4" presStyleCnt="5"/>
      <dgm:spPr/>
    </dgm:pt>
    <dgm:pt modelId="{DAB92D85-8483-4C41-A32E-9B3AF7E66045}" type="pres">
      <dgm:prSet presAssocID="{4FBDABB5-4F86-400E-B1A1-E0A52C98908F}" presName="vertSpace2b" presStyleCnt="0"/>
      <dgm:spPr/>
    </dgm:pt>
  </dgm:ptLst>
  <dgm:cxnLst>
    <dgm:cxn modelId="{0CA1F904-47D5-4FF7-9FA2-550749CD9A5A}" type="presOf" srcId="{A21C91AD-5E67-4AC8-9451-87CD836EC1CE}" destId="{9BD18A77-C626-4606-98FC-8A3BE9760D47}" srcOrd="0" destOrd="0" presId="urn:microsoft.com/office/officeart/2008/layout/LinedList"/>
    <dgm:cxn modelId="{FA406D1A-A052-4139-888A-78273CAE7EAC}" type="presOf" srcId="{4FBDABB5-4F86-400E-B1A1-E0A52C98908F}" destId="{14B9B063-16F9-49C7-B34E-8E5F62E1EB59}" srcOrd="0" destOrd="0" presId="urn:microsoft.com/office/officeart/2008/layout/LinedList"/>
    <dgm:cxn modelId="{C373D41E-FE9D-4B0D-AFCE-2CB74A40EF93}" srcId="{30316048-D9D3-47E6-BF0C-5FF3EE347871}" destId="{F052F667-BC50-4C6A-98EA-2B60F85E5106}" srcOrd="1" destOrd="0" parTransId="{673C1793-E4E8-4466-95B3-9B75D62CBBAF}" sibTransId="{F4F023FC-CD88-4C1C-B088-1D943840895C}"/>
    <dgm:cxn modelId="{08DF7728-A9DF-4AA2-8C46-D24ECC363DB9}" type="presOf" srcId="{30316048-D9D3-47E6-BF0C-5FF3EE347871}" destId="{548FBDA9-4EC5-45F3-9EB9-80D16893ACC2}" srcOrd="0" destOrd="0" presId="urn:microsoft.com/office/officeart/2008/layout/LinedList"/>
    <dgm:cxn modelId="{8D2B723F-0A62-454F-9EBE-8F13A07E1A3E}" type="presOf" srcId="{E4AD35ED-F46E-4407-9CBB-7AD66303C6E0}" destId="{E87D82F4-C00C-423E-973D-94CC1FA194AB}" srcOrd="0" destOrd="0" presId="urn:microsoft.com/office/officeart/2008/layout/LinedList"/>
    <dgm:cxn modelId="{E2EB8566-CA2F-4E4B-B0F6-FE17DC9F3F33}" type="presOf" srcId="{745FBF2F-1DF8-4999-BB27-312F5CD3113A}" destId="{8FA0239D-1963-4787-8BBF-DEA1D91A8244}" srcOrd="0" destOrd="0" presId="urn:microsoft.com/office/officeart/2008/layout/LinedList"/>
    <dgm:cxn modelId="{C59FAE47-980C-44FD-BB36-CC651A135BBC}" srcId="{30316048-D9D3-47E6-BF0C-5FF3EE347871}" destId="{745FBF2F-1DF8-4999-BB27-312F5CD3113A}" srcOrd="2" destOrd="0" parTransId="{8CD3D2FD-2669-4F09-8E7C-6B1D337B978C}" sibTransId="{BA5D9BA3-6AC8-42A5-AA3A-3EF22E2D6219}"/>
    <dgm:cxn modelId="{A133A1B8-5979-4FDF-B1CC-F942F8B6A235}" srcId="{30316048-D9D3-47E6-BF0C-5FF3EE347871}" destId="{E4AD35ED-F46E-4407-9CBB-7AD66303C6E0}" srcOrd="0" destOrd="0" parTransId="{5CFA06B2-888D-4A71-81FD-844CB99CF69D}" sibTransId="{2F027527-9B07-4840-932C-011758E6DE89}"/>
    <dgm:cxn modelId="{0F9CB5C4-4ED7-41DC-87CE-72E428C03A38}" srcId="{30316048-D9D3-47E6-BF0C-5FF3EE347871}" destId="{4FBDABB5-4F86-400E-B1A1-E0A52C98908F}" srcOrd="4" destOrd="0" parTransId="{6DC920C9-7CDA-4940-8A4F-66B90A132C2E}" sibTransId="{D51CC2E3-C744-443B-AC9C-C39E74EE6DED}"/>
    <dgm:cxn modelId="{96D07ADE-1D37-41A8-BB6A-6AFA95515B4F}" type="presOf" srcId="{F052F667-BC50-4C6A-98EA-2B60F85E5106}" destId="{4D3358FA-00C8-44EB-9E6F-C9F8D54820E8}" srcOrd="0" destOrd="0" presId="urn:microsoft.com/office/officeart/2008/layout/LinedList"/>
    <dgm:cxn modelId="{119142F0-8DED-4334-8C65-8D9A33A5D4A1}" srcId="{30316048-D9D3-47E6-BF0C-5FF3EE347871}" destId="{C3297778-E833-4506-82D3-465D3F433063}" srcOrd="3" destOrd="0" parTransId="{8A433140-7B21-46C5-A4FC-AD2C6933EB22}" sibTransId="{95CB99EB-43FC-401B-A976-5B8F0AEAE5D9}"/>
    <dgm:cxn modelId="{41905BF7-38E8-40D3-ACDE-86D0E250A02D}" type="presOf" srcId="{C3297778-E833-4506-82D3-465D3F433063}" destId="{6CBD1164-D688-45F5-9BA7-D11E65132E52}" srcOrd="0" destOrd="0" presId="urn:microsoft.com/office/officeart/2008/layout/LinedList"/>
    <dgm:cxn modelId="{862058FF-D7C6-4459-B88A-5DC4AA98B106}" srcId="{A21C91AD-5E67-4AC8-9451-87CD836EC1CE}" destId="{30316048-D9D3-47E6-BF0C-5FF3EE347871}" srcOrd="0" destOrd="0" parTransId="{AB759CD2-248B-42EF-8FCA-91534151DD7D}" sibTransId="{096737B6-77A0-46E2-BAE0-9C3C42CB6503}"/>
    <dgm:cxn modelId="{45D83B56-0A48-47E1-AFB2-70C56D91424E}" type="presParOf" srcId="{9BD18A77-C626-4606-98FC-8A3BE9760D47}" destId="{193B1352-6B0D-4304-8123-792A64378937}" srcOrd="0" destOrd="0" presId="urn:microsoft.com/office/officeart/2008/layout/LinedList"/>
    <dgm:cxn modelId="{668C3068-8429-440C-8E7E-40CC82EB8551}" type="presParOf" srcId="{9BD18A77-C626-4606-98FC-8A3BE9760D47}" destId="{048E9F43-35AE-421D-8F0B-9440B2F0ECAA}" srcOrd="1" destOrd="0" presId="urn:microsoft.com/office/officeart/2008/layout/LinedList"/>
    <dgm:cxn modelId="{B87E63A6-E7F1-4923-B3A2-64B11D274D9A}" type="presParOf" srcId="{048E9F43-35AE-421D-8F0B-9440B2F0ECAA}" destId="{548FBDA9-4EC5-45F3-9EB9-80D16893ACC2}" srcOrd="0" destOrd="0" presId="urn:microsoft.com/office/officeart/2008/layout/LinedList"/>
    <dgm:cxn modelId="{7E44EF07-6F17-4636-AAA8-A8985A970A8F}" type="presParOf" srcId="{048E9F43-35AE-421D-8F0B-9440B2F0ECAA}" destId="{B03D6B40-BA32-4460-8145-8A5525DD4402}" srcOrd="1" destOrd="0" presId="urn:microsoft.com/office/officeart/2008/layout/LinedList"/>
    <dgm:cxn modelId="{4BFA277B-0E67-4B1B-97DE-D5325CB1642E}" type="presParOf" srcId="{B03D6B40-BA32-4460-8145-8A5525DD4402}" destId="{E42BED3C-623B-408A-A093-D7A7A12B2DB1}" srcOrd="0" destOrd="0" presId="urn:microsoft.com/office/officeart/2008/layout/LinedList"/>
    <dgm:cxn modelId="{36C6DC8D-E317-4D6E-BFF6-DED625FD1559}" type="presParOf" srcId="{B03D6B40-BA32-4460-8145-8A5525DD4402}" destId="{51BDB63B-6632-4C7C-9D8A-631AAB650FB0}" srcOrd="1" destOrd="0" presId="urn:microsoft.com/office/officeart/2008/layout/LinedList"/>
    <dgm:cxn modelId="{47001034-2C76-4B90-B864-14114C628B80}" type="presParOf" srcId="{51BDB63B-6632-4C7C-9D8A-631AAB650FB0}" destId="{0549369F-206F-49E2-AB29-9D8EC87DA52B}" srcOrd="0" destOrd="0" presId="urn:microsoft.com/office/officeart/2008/layout/LinedList"/>
    <dgm:cxn modelId="{E617FEF4-8970-4CB6-9DA6-ED47EC7300F5}" type="presParOf" srcId="{51BDB63B-6632-4C7C-9D8A-631AAB650FB0}" destId="{E87D82F4-C00C-423E-973D-94CC1FA194AB}" srcOrd="1" destOrd="0" presId="urn:microsoft.com/office/officeart/2008/layout/LinedList"/>
    <dgm:cxn modelId="{55ACBAE0-23BE-43B8-BA53-76E7675C7DD0}" type="presParOf" srcId="{51BDB63B-6632-4C7C-9D8A-631AAB650FB0}" destId="{663E6627-41AC-449C-A994-C70A36914DD7}" srcOrd="2" destOrd="0" presId="urn:microsoft.com/office/officeart/2008/layout/LinedList"/>
    <dgm:cxn modelId="{82D158A8-16AC-4D6C-86BD-0F75AFBD05A3}" type="presParOf" srcId="{B03D6B40-BA32-4460-8145-8A5525DD4402}" destId="{A3783D2C-979D-4705-AB04-D78ACA642070}" srcOrd="2" destOrd="0" presId="urn:microsoft.com/office/officeart/2008/layout/LinedList"/>
    <dgm:cxn modelId="{B19A8F98-70BC-457A-A0BA-5A04F3050CEC}" type="presParOf" srcId="{B03D6B40-BA32-4460-8145-8A5525DD4402}" destId="{1397A253-A99B-4066-B510-989E7559BC42}" srcOrd="3" destOrd="0" presId="urn:microsoft.com/office/officeart/2008/layout/LinedList"/>
    <dgm:cxn modelId="{F4C2805D-5B02-497F-8155-C31A78D89B25}" type="presParOf" srcId="{B03D6B40-BA32-4460-8145-8A5525DD4402}" destId="{ADA52DDD-FD04-46EA-A447-8125011A1E62}" srcOrd="4" destOrd="0" presId="urn:microsoft.com/office/officeart/2008/layout/LinedList"/>
    <dgm:cxn modelId="{C30D4472-14CA-4F10-8538-83460CB2E9CA}" type="presParOf" srcId="{ADA52DDD-FD04-46EA-A447-8125011A1E62}" destId="{29949D4C-3CD8-4AC4-9B49-16C42EB9A458}" srcOrd="0" destOrd="0" presId="urn:microsoft.com/office/officeart/2008/layout/LinedList"/>
    <dgm:cxn modelId="{3A1DBD5E-AAEB-41D7-AFE8-877D21E79DF8}" type="presParOf" srcId="{ADA52DDD-FD04-46EA-A447-8125011A1E62}" destId="{4D3358FA-00C8-44EB-9E6F-C9F8D54820E8}" srcOrd="1" destOrd="0" presId="urn:microsoft.com/office/officeart/2008/layout/LinedList"/>
    <dgm:cxn modelId="{370DE21E-E688-481C-A493-EBCD5F3EFBCB}" type="presParOf" srcId="{ADA52DDD-FD04-46EA-A447-8125011A1E62}" destId="{F801F576-BE36-43CE-AADF-19188E13A71A}" srcOrd="2" destOrd="0" presId="urn:microsoft.com/office/officeart/2008/layout/LinedList"/>
    <dgm:cxn modelId="{D0213B47-6A24-436D-A8DE-6E17F3275880}" type="presParOf" srcId="{B03D6B40-BA32-4460-8145-8A5525DD4402}" destId="{A6659F4B-B893-417D-A3BB-48013BB4E03A}" srcOrd="5" destOrd="0" presId="urn:microsoft.com/office/officeart/2008/layout/LinedList"/>
    <dgm:cxn modelId="{5CC1EC20-AF1E-4E46-9ED9-832F008EB942}" type="presParOf" srcId="{B03D6B40-BA32-4460-8145-8A5525DD4402}" destId="{DD468E03-1E3B-467C-B60A-0F66736CA4D1}" srcOrd="6" destOrd="0" presId="urn:microsoft.com/office/officeart/2008/layout/LinedList"/>
    <dgm:cxn modelId="{FD82FF53-C181-4B2D-A028-4CE329DF9E51}" type="presParOf" srcId="{B03D6B40-BA32-4460-8145-8A5525DD4402}" destId="{E49B8FCF-6AFF-4909-AA65-F1A8E4706C77}" srcOrd="7" destOrd="0" presId="urn:microsoft.com/office/officeart/2008/layout/LinedList"/>
    <dgm:cxn modelId="{91B638EB-9287-4685-A343-51544CD532AA}" type="presParOf" srcId="{E49B8FCF-6AFF-4909-AA65-F1A8E4706C77}" destId="{467BAE13-7472-4EF2-87E3-55091B870308}" srcOrd="0" destOrd="0" presId="urn:microsoft.com/office/officeart/2008/layout/LinedList"/>
    <dgm:cxn modelId="{53CE1649-A11D-4C77-9A17-FCFA4EABE9E0}" type="presParOf" srcId="{E49B8FCF-6AFF-4909-AA65-F1A8E4706C77}" destId="{8FA0239D-1963-4787-8BBF-DEA1D91A8244}" srcOrd="1" destOrd="0" presId="urn:microsoft.com/office/officeart/2008/layout/LinedList"/>
    <dgm:cxn modelId="{ECA8F386-65A6-450F-99A9-B7B42CED69D5}" type="presParOf" srcId="{E49B8FCF-6AFF-4909-AA65-F1A8E4706C77}" destId="{C2CECC27-6082-4453-8A91-FA45BC2BD045}" srcOrd="2" destOrd="0" presId="urn:microsoft.com/office/officeart/2008/layout/LinedList"/>
    <dgm:cxn modelId="{9006A0BE-3780-42EB-8937-5DB987B230CD}" type="presParOf" srcId="{B03D6B40-BA32-4460-8145-8A5525DD4402}" destId="{3AA94F3C-92D0-4740-ABA3-E1A5F61A1E1B}" srcOrd="8" destOrd="0" presId="urn:microsoft.com/office/officeart/2008/layout/LinedList"/>
    <dgm:cxn modelId="{89618105-7152-48B5-87E5-BD533CBB887E}" type="presParOf" srcId="{B03D6B40-BA32-4460-8145-8A5525DD4402}" destId="{884E68E8-7A63-4E1B-B34F-A5178EA1B6C4}" srcOrd="9" destOrd="0" presId="urn:microsoft.com/office/officeart/2008/layout/LinedList"/>
    <dgm:cxn modelId="{F4E845F4-8DBE-4F97-8C58-196A1D88F003}" type="presParOf" srcId="{B03D6B40-BA32-4460-8145-8A5525DD4402}" destId="{38F39B36-2ED2-45A8-A553-64965ABD23BC}" srcOrd="10" destOrd="0" presId="urn:microsoft.com/office/officeart/2008/layout/LinedList"/>
    <dgm:cxn modelId="{B45964E2-C517-4EF5-B537-FC08E63F47FC}" type="presParOf" srcId="{38F39B36-2ED2-45A8-A553-64965ABD23BC}" destId="{E255BF89-3E4A-46C5-B3BA-4D8E1959A54C}" srcOrd="0" destOrd="0" presId="urn:microsoft.com/office/officeart/2008/layout/LinedList"/>
    <dgm:cxn modelId="{22473790-8D4B-4958-B6F6-7631489E0EBC}" type="presParOf" srcId="{38F39B36-2ED2-45A8-A553-64965ABD23BC}" destId="{6CBD1164-D688-45F5-9BA7-D11E65132E52}" srcOrd="1" destOrd="0" presId="urn:microsoft.com/office/officeart/2008/layout/LinedList"/>
    <dgm:cxn modelId="{F5EDB725-8AEA-4FA8-AA48-5B8A63F2A531}" type="presParOf" srcId="{38F39B36-2ED2-45A8-A553-64965ABD23BC}" destId="{6204139D-5DC5-4D11-BE3A-1AD8013AF5B6}" srcOrd="2" destOrd="0" presId="urn:microsoft.com/office/officeart/2008/layout/LinedList"/>
    <dgm:cxn modelId="{D95BD821-0848-4706-962F-C87B9D9A620D}" type="presParOf" srcId="{B03D6B40-BA32-4460-8145-8A5525DD4402}" destId="{1E1B6509-95DC-4EFA-AF61-9DDE58E20548}" srcOrd="11" destOrd="0" presId="urn:microsoft.com/office/officeart/2008/layout/LinedList"/>
    <dgm:cxn modelId="{60FAB7B9-0D93-42CB-BB44-482994300C83}" type="presParOf" srcId="{B03D6B40-BA32-4460-8145-8A5525DD4402}" destId="{F680666B-2E96-4607-A26C-88CCB09B53A9}" srcOrd="12" destOrd="0" presId="urn:microsoft.com/office/officeart/2008/layout/LinedList"/>
    <dgm:cxn modelId="{C4D347D5-85D3-4043-9FA4-9CB1C8D88660}" type="presParOf" srcId="{B03D6B40-BA32-4460-8145-8A5525DD4402}" destId="{645E9F75-8313-4812-A423-C951F2E12785}" srcOrd="13" destOrd="0" presId="urn:microsoft.com/office/officeart/2008/layout/LinedList"/>
    <dgm:cxn modelId="{6F0EDEDE-8844-4B60-BC36-28A4E7BD2C31}" type="presParOf" srcId="{645E9F75-8313-4812-A423-C951F2E12785}" destId="{4D32D190-BD53-4DAB-98BD-5641D79BA3AD}" srcOrd="0" destOrd="0" presId="urn:microsoft.com/office/officeart/2008/layout/LinedList"/>
    <dgm:cxn modelId="{7234D1A2-BFF1-44AC-99BC-4545F8E9E4D2}" type="presParOf" srcId="{645E9F75-8313-4812-A423-C951F2E12785}" destId="{14B9B063-16F9-49C7-B34E-8E5F62E1EB59}" srcOrd="1" destOrd="0" presId="urn:microsoft.com/office/officeart/2008/layout/LinedList"/>
    <dgm:cxn modelId="{01C24DFF-CA9E-4B32-981A-313EC9AEBB20}" type="presParOf" srcId="{645E9F75-8313-4812-A423-C951F2E12785}" destId="{D553D6AB-D8E0-404E-9DBF-FEC30F3F6440}" srcOrd="2" destOrd="0" presId="urn:microsoft.com/office/officeart/2008/layout/LinedList"/>
    <dgm:cxn modelId="{1691B3CF-C3B0-4F8C-A59D-6D21F05262BF}" type="presParOf" srcId="{B03D6B40-BA32-4460-8145-8A5525DD4402}" destId="{9B1EADCB-0CEA-4C1E-B8A3-78C59C1A4C0B}" srcOrd="14" destOrd="0" presId="urn:microsoft.com/office/officeart/2008/layout/LinedList"/>
    <dgm:cxn modelId="{9FFE248C-54DB-4CF9-A242-40288A154F87}" type="presParOf" srcId="{B03D6B40-BA32-4460-8145-8A5525DD4402}" destId="{DAB92D85-8483-4C41-A32E-9B3AF7E66045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1C91AD-5E67-4AC8-9451-87CD836EC1CE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CL"/>
        </a:p>
      </dgm:t>
    </dgm:pt>
    <dgm:pt modelId="{30316048-D9D3-47E6-BF0C-5FF3EE347871}">
      <dgm:prSet phldrT="[Texto]" custT="1"/>
      <dgm:spPr/>
      <dgm:t>
        <a:bodyPr/>
        <a:lstStyle/>
        <a:p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PRINCIPALES RESULTADOS:</a:t>
          </a:r>
        </a:p>
        <a:p>
          <a:r>
            <a:rPr lang="es-CL" sz="1800" b="1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Vinculación entre investigación y docencia de pregrado</a:t>
          </a:r>
        </a:p>
      </dgm:t>
    </dgm:pt>
    <dgm:pt modelId="{AB759CD2-248B-42EF-8FCA-91534151DD7D}" type="parTrans" cxnId="{862058FF-D7C6-4459-B88A-5DC4AA98B106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6737B6-77A0-46E2-BAE0-9C3C42CB6503}" type="sibTrans" cxnId="{862058FF-D7C6-4459-B88A-5DC4AA98B106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4AD35ED-F46E-4407-9CBB-7AD66303C6E0}">
      <dgm:prSet phldrT="[Texto]" custT="1"/>
      <dgm:spPr/>
      <dgm:t>
        <a:bodyPr/>
        <a:lstStyle/>
        <a:p>
          <a:pPr algn="just"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Se constata una ausencia de una política institucional que oriente o priorice temáticas estratégicas de investigación. Cada unidad académica define sus propias agendas, generando dispersión de esfuerzos y baja sinergia institucional.</a:t>
          </a:r>
        </a:p>
      </dgm:t>
    </dgm:pt>
    <dgm:pt modelId="{5CFA06B2-888D-4A71-81FD-844CB99CF69D}" type="parTrans" cxnId="{A133A1B8-5979-4FDF-B1CC-F942F8B6A235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F027527-9B07-4840-932C-011758E6DE89}" type="sibTrans" cxnId="{A133A1B8-5979-4FDF-B1CC-F942F8B6A235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052F667-BC50-4C6A-98EA-2B60F85E5106}">
      <dgm:prSet phldrT="[Texto]" custT="1"/>
      <dgm:spPr/>
      <dgm:t>
        <a:bodyPr/>
        <a:lstStyle/>
        <a:p>
          <a:pPr algn="just"/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El acceso limitado y desigual a recursos financieros, espacios físicos adecuados y tecnologías actualizadas restringe significativamente la posibilidad de desarrollar proyectos sostenibles. Solo un 31% de las unidades declara contar con infraestructura adecuada y menos del 10% considera suficientes los fondos disponibles.</a:t>
          </a:r>
        </a:p>
      </dgm:t>
    </dgm:pt>
    <dgm:pt modelId="{673C1793-E4E8-4466-95B3-9B75D62CBBAF}" type="parTrans" cxnId="{C373D41E-FE9D-4B0D-AFCE-2CB74A40EF93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F023FC-CD88-4C1C-B088-1D943840895C}" type="sibTrans" cxnId="{C373D41E-FE9D-4B0D-AFCE-2CB74A40EF93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45FBF2F-1DF8-4999-BB27-312F5CD3113A}">
      <dgm:prSet phldrT="[Texto]" custT="1"/>
      <dgm:spPr/>
      <dgm:t>
        <a:bodyPr/>
        <a:lstStyle/>
        <a:p>
          <a:pPr algn="just"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No se reconocen sistemáticamente los esfuerzos de las y los docentes que integran investigación y docencia. Además, no existen instrumentos robustos de seguimiento, evaluación ni rendición de cuentas sobre el impacto de la vinculación investigativa.</a:t>
          </a:r>
        </a:p>
      </dgm:t>
    </dgm:pt>
    <dgm:pt modelId="{8CD3D2FD-2669-4F09-8E7C-6B1D337B978C}" type="parTrans" cxnId="{C59FAE47-980C-44FD-BB36-CC651A135BBC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A5D9BA3-6AC8-42A5-AA3A-3EF22E2D6219}" type="sibTrans" cxnId="{C59FAE47-980C-44FD-BB36-CC651A135BBC}">
      <dgm:prSet/>
      <dgm:spPr/>
      <dgm:t>
        <a:bodyPr/>
        <a:lstStyle/>
        <a:p>
          <a:endParaRPr lang="es-CL" sz="180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3297778-E833-4506-82D3-465D3F433063}">
      <dgm:prSet custT="1"/>
      <dgm:spPr/>
      <dgm:t>
        <a:bodyPr/>
        <a:lstStyle/>
        <a:p>
          <a:pPr algn="just">
            <a:buNone/>
          </a:pP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Las experiencias </a:t>
          </a:r>
          <a:r>
            <a:rPr lang="es-CL" sz="1800" dirty="0" err="1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interfacultades</a:t>
          </a:r>
          <a:r>
            <a:rPr lang="es-CL" sz="18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 o interdisciplinares son escasas y aisladas. Falta una estructura que facilite la creación de redes temáticas, compartición de recursos y estrategias comunes.</a:t>
          </a:r>
        </a:p>
      </dgm:t>
    </dgm:pt>
    <dgm:pt modelId="{8A433140-7B21-46C5-A4FC-AD2C6933EB22}" type="parTrans" cxnId="{119142F0-8DED-4334-8C65-8D9A33A5D4A1}">
      <dgm:prSet/>
      <dgm:spPr/>
      <dgm:t>
        <a:bodyPr/>
        <a:lstStyle/>
        <a:p>
          <a:endParaRPr lang="es-CL" sz="1800">
            <a:latin typeface="Aptos Display" panose="020B0004020202020204" pitchFamily="34" charset="0"/>
          </a:endParaRPr>
        </a:p>
      </dgm:t>
    </dgm:pt>
    <dgm:pt modelId="{95CB99EB-43FC-401B-A976-5B8F0AEAE5D9}" type="sibTrans" cxnId="{119142F0-8DED-4334-8C65-8D9A33A5D4A1}">
      <dgm:prSet/>
      <dgm:spPr/>
      <dgm:t>
        <a:bodyPr/>
        <a:lstStyle/>
        <a:p>
          <a:endParaRPr lang="es-CL" sz="1800">
            <a:latin typeface="Aptos Display" panose="020B0004020202020204" pitchFamily="34" charset="0"/>
          </a:endParaRPr>
        </a:p>
      </dgm:t>
    </dgm:pt>
    <dgm:pt modelId="{9BD18A77-C626-4606-98FC-8A3BE9760D47}" type="pres">
      <dgm:prSet presAssocID="{A21C91AD-5E67-4AC8-9451-87CD836EC1CE}" presName="vert0" presStyleCnt="0">
        <dgm:presLayoutVars>
          <dgm:dir/>
          <dgm:animOne val="branch"/>
          <dgm:animLvl val="lvl"/>
        </dgm:presLayoutVars>
      </dgm:prSet>
      <dgm:spPr/>
    </dgm:pt>
    <dgm:pt modelId="{193B1352-6B0D-4304-8123-792A64378937}" type="pres">
      <dgm:prSet presAssocID="{30316048-D9D3-47E6-BF0C-5FF3EE347871}" presName="thickLine" presStyleLbl="alignNode1" presStyleIdx="0" presStyleCnt="1"/>
      <dgm:spPr/>
    </dgm:pt>
    <dgm:pt modelId="{048E9F43-35AE-421D-8F0B-9440B2F0ECAA}" type="pres">
      <dgm:prSet presAssocID="{30316048-D9D3-47E6-BF0C-5FF3EE347871}" presName="horz1" presStyleCnt="0"/>
      <dgm:spPr/>
    </dgm:pt>
    <dgm:pt modelId="{548FBDA9-4EC5-45F3-9EB9-80D16893ACC2}" type="pres">
      <dgm:prSet presAssocID="{30316048-D9D3-47E6-BF0C-5FF3EE347871}" presName="tx1" presStyleLbl="revTx" presStyleIdx="0" presStyleCnt="5"/>
      <dgm:spPr/>
    </dgm:pt>
    <dgm:pt modelId="{B03D6B40-BA32-4460-8145-8A5525DD4402}" type="pres">
      <dgm:prSet presAssocID="{30316048-D9D3-47E6-BF0C-5FF3EE347871}" presName="vert1" presStyleCnt="0"/>
      <dgm:spPr/>
    </dgm:pt>
    <dgm:pt modelId="{E42BED3C-623B-408A-A093-D7A7A12B2DB1}" type="pres">
      <dgm:prSet presAssocID="{E4AD35ED-F46E-4407-9CBB-7AD66303C6E0}" presName="vertSpace2a" presStyleCnt="0"/>
      <dgm:spPr/>
    </dgm:pt>
    <dgm:pt modelId="{51BDB63B-6632-4C7C-9D8A-631AAB650FB0}" type="pres">
      <dgm:prSet presAssocID="{E4AD35ED-F46E-4407-9CBB-7AD66303C6E0}" presName="horz2" presStyleCnt="0"/>
      <dgm:spPr/>
    </dgm:pt>
    <dgm:pt modelId="{0549369F-206F-49E2-AB29-9D8EC87DA52B}" type="pres">
      <dgm:prSet presAssocID="{E4AD35ED-F46E-4407-9CBB-7AD66303C6E0}" presName="horzSpace2" presStyleCnt="0"/>
      <dgm:spPr/>
    </dgm:pt>
    <dgm:pt modelId="{E87D82F4-C00C-423E-973D-94CC1FA194AB}" type="pres">
      <dgm:prSet presAssocID="{E4AD35ED-F46E-4407-9CBB-7AD66303C6E0}" presName="tx2" presStyleLbl="revTx" presStyleIdx="1" presStyleCnt="5" custScaleY="34360"/>
      <dgm:spPr/>
    </dgm:pt>
    <dgm:pt modelId="{663E6627-41AC-449C-A994-C70A36914DD7}" type="pres">
      <dgm:prSet presAssocID="{E4AD35ED-F46E-4407-9CBB-7AD66303C6E0}" presName="vert2" presStyleCnt="0"/>
      <dgm:spPr/>
    </dgm:pt>
    <dgm:pt modelId="{A3783D2C-979D-4705-AB04-D78ACA642070}" type="pres">
      <dgm:prSet presAssocID="{E4AD35ED-F46E-4407-9CBB-7AD66303C6E0}" presName="thinLine2b" presStyleLbl="callout" presStyleIdx="0" presStyleCnt="4"/>
      <dgm:spPr/>
    </dgm:pt>
    <dgm:pt modelId="{1397A253-A99B-4066-B510-989E7559BC42}" type="pres">
      <dgm:prSet presAssocID="{E4AD35ED-F46E-4407-9CBB-7AD66303C6E0}" presName="vertSpace2b" presStyleCnt="0"/>
      <dgm:spPr/>
    </dgm:pt>
    <dgm:pt modelId="{ADA52DDD-FD04-46EA-A447-8125011A1E62}" type="pres">
      <dgm:prSet presAssocID="{F052F667-BC50-4C6A-98EA-2B60F85E5106}" presName="horz2" presStyleCnt="0"/>
      <dgm:spPr/>
    </dgm:pt>
    <dgm:pt modelId="{29949D4C-3CD8-4AC4-9B49-16C42EB9A458}" type="pres">
      <dgm:prSet presAssocID="{F052F667-BC50-4C6A-98EA-2B60F85E5106}" presName="horzSpace2" presStyleCnt="0"/>
      <dgm:spPr/>
    </dgm:pt>
    <dgm:pt modelId="{4D3358FA-00C8-44EB-9E6F-C9F8D54820E8}" type="pres">
      <dgm:prSet presAssocID="{F052F667-BC50-4C6A-98EA-2B60F85E5106}" presName="tx2" presStyleLbl="revTx" presStyleIdx="2" presStyleCnt="5" custScaleY="39897" custLinFactNeighborY="-4150"/>
      <dgm:spPr/>
    </dgm:pt>
    <dgm:pt modelId="{F801F576-BE36-43CE-AADF-19188E13A71A}" type="pres">
      <dgm:prSet presAssocID="{F052F667-BC50-4C6A-98EA-2B60F85E5106}" presName="vert2" presStyleCnt="0"/>
      <dgm:spPr/>
    </dgm:pt>
    <dgm:pt modelId="{A6659F4B-B893-417D-A3BB-48013BB4E03A}" type="pres">
      <dgm:prSet presAssocID="{F052F667-BC50-4C6A-98EA-2B60F85E5106}" presName="thinLine2b" presStyleLbl="callout" presStyleIdx="1" presStyleCnt="4"/>
      <dgm:spPr/>
    </dgm:pt>
    <dgm:pt modelId="{DD468E03-1E3B-467C-B60A-0F66736CA4D1}" type="pres">
      <dgm:prSet presAssocID="{F052F667-BC50-4C6A-98EA-2B60F85E5106}" presName="vertSpace2b" presStyleCnt="0"/>
      <dgm:spPr/>
    </dgm:pt>
    <dgm:pt modelId="{E49B8FCF-6AFF-4909-AA65-F1A8E4706C77}" type="pres">
      <dgm:prSet presAssocID="{745FBF2F-1DF8-4999-BB27-312F5CD3113A}" presName="horz2" presStyleCnt="0"/>
      <dgm:spPr/>
    </dgm:pt>
    <dgm:pt modelId="{467BAE13-7472-4EF2-87E3-55091B870308}" type="pres">
      <dgm:prSet presAssocID="{745FBF2F-1DF8-4999-BB27-312F5CD3113A}" presName="horzSpace2" presStyleCnt="0"/>
      <dgm:spPr/>
    </dgm:pt>
    <dgm:pt modelId="{8FA0239D-1963-4787-8BBF-DEA1D91A8244}" type="pres">
      <dgm:prSet presAssocID="{745FBF2F-1DF8-4999-BB27-312F5CD3113A}" presName="tx2" presStyleLbl="revTx" presStyleIdx="3" presStyleCnt="5" custScaleY="33808" custLinFactNeighborY="-4392"/>
      <dgm:spPr/>
    </dgm:pt>
    <dgm:pt modelId="{C2CECC27-6082-4453-8A91-FA45BC2BD045}" type="pres">
      <dgm:prSet presAssocID="{745FBF2F-1DF8-4999-BB27-312F5CD3113A}" presName="vert2" presStyleCnt="0"/>
      <dgm:spPr/>
    </dgm:pt>
    <dgm:pt modelId="{3AA94F3C-92D0-4740-ABA3-E1A5F61A1E1B}" type="pres">
      <dgm:prSet presAssocID="{745FBF2F-1DF8-4999-BB27-312F5CD3113A}" presName="thinLine2b" presStyleLbl="callout" presStyleIdx="2" presStyleCnt="4"/>
      <dgm:spPr/>
    </dgm:pt>
    <dgm:pt modelId="{884E68E8-7A63-4E1B-B34F-A5178EA1B6C4}" type="pres">
      <dgm:prSet presAssocID="{745FBF2F-1DF8-4999-BB27-312F5CD3113A}" presName="vertSpace2b" presStyleCnt="0"/>
      <dgm:spPr/>
    </dgm:pt>
    <dgm:pt modelId="{38F39B36-2ED2-45A8-A553-64965ABD23BC}" type="pres">
      <dgm:prSet presAssocID="{C3297778-E833-4506-82D3-465D3F433063}" presName="horz2" presStyleCnt="0"/>
      <dgm:spPr/>
    </dgm:pt>
    <dgm:pt modelId="{E255BF89-3E4A-46C5-B3BA-4D8E1959A54C}" type="pres">
      <dgm:prSet presAssocID="{C3297778-E833-4506-82D3-465D3F433063}" presName="horzSpace2" presStyleCnt="0"/>
      <dgm:spPr/>
    </dgm:pt>
    <dgm:pt modelId="{6CBD1164-D688-45F5-9BA7-D11E65132E52}" type="pres">
      <dgm:prSet presAssocID="{C3297778-E833-4506-82D3-465D3F433063}" presName="tx2" presStyleLbl="revTx" presStyleIdx="4" presStyleCnt="5" custScaleY="36772" custLinFactNeighborY="-3950"/>
      <dgm:spPr/>
    </dgm:pt>
    <dgm:pt modelId="{6204139D-5DC5-4D11-BE3A-1AD8013AF5B6}" type="pres">
      <dgm:prSet presAssocID="{C3297778-E833-4506-82D3-465D3F433063}" presName="vert2" presStyleCnt="0"/>
      <dgm:spPr/>
    </dgm:pt>
    <dgm:pt modelId="{1E1B6509-95DC-4EFA-AF61-9DDE58E20548}" type="pres">
      <dgm:prSet presAssocID="{C3297778-E833-4506-82D3-465D3F433063}" presName="thinLine2b" presStyleLbl="callout" presStyleIdx="3" presStyleCnt="4"/>
      <dgm:spPr/>
    </dgm:pt>
    <dgm:pt modelId="{F680666B-2E96-4607-A26C-88CCB09B53A9}" type="pres">
      <dgm:prSet presAssocID="{C3297778-E833-4506-82D3-465D3F433063}" presName="vertSpace2b" presStyleCnt="0"/>
      <dgm:spPr/>
    </dgm:pt>
  </dgm:ptLst>
  <dgm:cxnLst>
    <dgm:cxn modelId="{0CA1F904-47D5-4FF7-9FA2-550749CD9A5A}" type="presOf" srcId="{A21C91AD-5E67-4AC8-9451-87CD836EC1CE}" destId="{9BD18A77-C626-4606-98FC-8A3BE9760D47}" srcOrd="0" destOrd="0" presId="urn:microsoft.com/office/officeart/2008/layout/LinedList"/>
    <dgm:cxn modelId="{C373D41E-FE9D-4B0D-AFCE-2CB74A40EF93}" srcId="{30316048-D9D3-47E6-BF0C-5FF3EE347871}" destId="{F052F667-BC50-4C6A-98EA-2B60F85E5106}" srcOrd="1" destOrd="0" parTransId="{673C1793-E4E8-4466-95B3-9B75D62CBBAF}" sibTransId="{F4F023FC-CD88-4C1C-B088-1D943840895C}"/>
    <dgm:cxn modelId="{08DF7728-A9DF-4AA2-8C46-D24ECC363DB9}" type="presOf" srcId="{30316048-D9D3-47E6-BF0C-5FF3EE347871}" destId="{548FBDA9-4EC5-45F3-9EB9-80D16893ACC2}" srcOrd="0" destOrd="0" presId="urn:microsoft.com/office/officeart/2008/layout/LinedList"/>
    <dgm:cxn modelId="{8D2B723F-0A62-454F-9EBE-8F13A07E1A3E}" type="presOf" srcId="{E4AD35ED-F46E-4407-9CBB-7AD66303C6E0}" destId="{E87D82F4-C00C-423E-973D-94CC1FA194AB}" srcOrd="0" destOrd="0" presId="urn:microsoft.com/office/officeart/2008/layout/LinedList"/>
    <dgm:cxn modelId="{E2EB8566-CA2F-4E4B-B0F6-FE17DC9F3F33}" type="presOf" srcId="{745FBF2F-1DF8-4999-BB27-312F5CD3113A}" destId="{8FA0239D-1963-4787-8BBF-DEA1D91A8244}" srcOrd="0" destOrd="0" presId="urn:microsoft.com/office/officeart/2008/layout/LinedList"/>
    <dgm:cxn modelId="{C59FAE47-980C-44FD-BB36-CC651A135BBC}" srcId="{30316048-D9D3-47E6-BF0C-5FF3EE347871}" destId="{745FBF2F-1DF8-4999-BB27-312F5CD3113A}" srcOrd="2" destOrd="0" parTransId="{8CD3D2FD-2669-4F09-8E7C-6B1D337B978C}" sibTransId="{BA5D9BA3-6AC8-42A5-AA3A-3EF22E2D6219}"/>
    <dgm:cxn modelId="{A133A1B8-5979-4FDF-B1CC-F942F8B6A235}" srcId="{30316048-D9D3-47E6-BF0C-5FF3EE347871}" destId="{E4AD35ED-F46E-4407-9CBB-7AD66303C6E0}" srcOrd="0" destOrd="0" parTransId="{5CFA06B2-888D-4A71-81FD-844CB99CF69D}" sibTransId="{2F027527-9B07-4840-932C-011758E6DE89}"/>
    <dgm:cxn modelId="{96D07ADE-1D37-41A8-BB6A-6AFA95515B4F}" type="presOf" srcId="{F052F667-BC50-4C6A-98EA-2B60F85E5106}" destId="{4D3358FA-00C8-44EB-9E6F-C9F8D54820E8}" srcOrd="0" destOrd="0" presId="urn:microsoft.com/office/officeart/2008/layout/LinedList"/>
    <dgm:cxn modelId="{119142F0-8DED-4334-8C65-8D9A33A5D4A1}" srcId="{30316048-D9D3-47E6-BF0C-5FF3EE347871}" destId="{C3297778-E833-4506-82D3-465D3F433063}" srcOrd="3" destOrd="0" parTransId="{8A433140-7B21-46C5-A4FC-AD2C6933EB22}" sibTransId="{95CB99EB-43FC-401B-A976-5B8F0AEAE5D9}"/>
    <dgm:cxn modelId="{41905BF7-38E8-40D3-ACDE-86D0E250A02D}" type="presOf" srcId="{C3297778-E833-4506-82D3-465D3F433063}" destId="{6CBD1164-D688-45F5-9BA7-D11E65132E52}" srcOrd="0" destOrd="0" presId="urn:microsoft.com/office/officeart/2008/layout/LinedList"/>
    <dgm:cxn modelId="{862058FF-D7C6-4459-B88A-5DC4AA98B106}" srcId="{A21C91AD-5E67-4AC8-9451-87CD836EC1CE}" destId="{30316048-D9D3-47E6-BF0C-5FF3EE347871}" srcOrd="0" destOrd="0" parTransId="{AB759CD2-248B-42EF-8FCA-91534151DD7D}" sibTransId="{096737B6-77A0-46E2-BAE0-9C3C42CB6503}"/>
    <dgm:cxn modelId="{45D83B56-0A48-47E1-AFB2-70C56D91424E}" type="presParOf" srcId="{9BD18A77-C626-4606-98FC-8A3BE9760D47}" destId="{193B1352-6B0D-4304-8123-792A64378937}" srcOrd="0" destOrd="0" presId="urn:microsoft.com/office/officeart/2008/layout/LinedList"/>
    <dgm:cxn modelId="{668C3068-8429-440C-8E7E-40CC82EB8551}" type="presParOf" srcId="{9BD18A77-C626-4606-98FC-8A3BE9760D47}" destId="{048E9F43-35AE-421D-8F0B-9440B2F0ECAA}" srcOrd="1" destOrd="0" presId="urn:microsoft.com/office/officeart/2008/layout/LinedList"/>
    <dgm:cxn modelId="{B87E63A6-E7F1-4923-B3A2-64B11D274D9A}" type="presParOf" srcId="{048E9F43-35AE-421D-8F0B-9440B2F0ECAA}" destId="{548FBDA9-4EC5-45F3-9EB9-80D16893ACC2}" srcOrd="0" destOrd="0" presId="urn:microsoft.com/office/officeart/2008/layout/LinedList"/>
    <dgm:cxn modelId="{7E44EF07-6F17-4636-AAA8-A8985A970A8F}" type="presParOf" srcId="{048E9F43-35AE-421D-8F0B-9440B2F0ECAA}" destId="{B03D6B40-BA32-4460-8145-8A5525DD4402}" srcOrd="1" destOrd="0" presId="urn:microsoft.com/office/officeart/2008/layout/LinedList"/>
    <dgm:cxn modelId="{4BFA277B-0E67-4B1B-97DE-D5325CB1642E}" type="presParOf" srcId="{B03D6B40-BA32-4460-8145-8A5525DD4402}" destId="{E42BED3C-623B-408A-A093-D7A7A12B2DB1}" srcOrd="0" destOrd="0" presId="urn:microsoft.com/office/officeart/2008/layout/LinedList"/>
    <dgm:cxn modelId="{36C6DC8D-E317-4D6E-BFF6-DED625FD1559}" type="presParOf" srcId="{B03D6B40-BA32-4460-8145-8A5525DD4402}" destId="{51BDB63B-6632-4C7C-9D8A-631AAB650FB0}" srcOrd="1" destOrd="0" presId="urn:microsoft.com/office/officeart/2008/layout/LinedList"/>
    <dgm:cxn modelId="{47001034-2C76-4B90-B864-14114C628B80}" type="presParOf" srcId="{51BDB63B-6632-4C7C-9D8A-631AAB650FB0}" destId="{0549369F-206F-49E2-AB29-9D8EC87DA52B}" srcOrd="0" destOrd="0" presId="urn:microsoft.com/office/officeart/2008/layout/LinedList"/>
    <dgm:cxn modelId="{E617FEF4-8970-4CB6-9DA6-ED47EC7300F5}" type="presParOf" srcId="{51BDB63B-6632-4C7C-9D8A-631AAB650FB0}" destId="{E87D82F4-C00C-423E-973D-94CC1FA194AB}" srcOrd="1" destOrd="0" presId="urn:microsoft.com/office/officeart/2008/layout/LinedList"/>
    <dgm:cxn modelId="{55ACBAE0-23BE-43B8-BA53-76E7675C7DD0}" type="presParOf" srcId="{51BDB63B-6632-4C7C-9D8A-631AAB650FB0}" destId="{663E6627-41AC-449C-A994-C70A36914DD7}" srcOrd="2" destOrd="0" presId="urn:microsoft.com/office/officeart/2008/layout/LinedList"/>
    <dgm:cxn modelId="{82D158A8-16AC-4D6C-86BD-0F75AFBD05A3}" type="presParOf" srcId="{B03D6B40-BA32-4460-8145-8A5525DD4402}" destId="{A3783D2C-979D-4705-AB04-D78ACA642070}" srcOrd="2" destOrd="0" presId="urn:microsoft.com/office/officeart/2008/layout/LinedList"/>
    <dgm:cxn modelId="{B19A8F98-70BC-457A-A0BA-5A04F3050CEC}" type="presParOf" srcId="{B03D6B40-BA32-4460-8145-8A5525DD4402}" destId="{1397A253-A99B-4066-B510-989E7559BC42}" srcOrd="3" destOrd="0" presId="urn:microsoft.com/office/officeart/2008/layout/LinedList"/>
    <dgm:cxn modelId="{F4C2805D-5B02-497F-8155-C31A78D89B25}" type="presParOf" srcId="{B03D6B40-BA32-4460-8145-8A5525DD4402}" destId="{ADA52DDD-FD04-46EA-A447-8125011A1E62}" srcOrd="4" destOrd="0" presId="urn:microsoft.com/office/officeart/2008/layout/LinedList"/>
    <dgm:cxn modelId="{C30D4472-14CA-4F10-8538-83460CB2E9CA}" type="presParOf" srcId="{ADA52DDD-FD04-46EA-A447-8125011A1E62}" destId="{29949D4C-3CD8-4AC4-9B49-16C42EB9A458}" srcOrd="0" destOrd="0" presId="urn:microsoft.com/office/officeart/2008/layout/LinedList"/>
    <dgm:cxn modelId="{3A1DBD5E-AAEB-41D7-AFE8-877D21E79DF8}" type="presParOf" srcId="{ADA52DDD-FD04-46EA-A447-8125011A1E62}" destId="{4D3358FA-00C8-44EB-9E6F-C9F8D54820E8}" srcOrd="1" destOrd="0" presId="urn:microsoft.com/office/officeart/2008/layout/LinedList"/>
    <dgm:cxn modelId="{370DE21E-E688-481C-A493-EBCD5F3EFBCB}" type="presParOf" srcId="{ADA52DDD-FD04-46EA-A447-8125011A1E62}" destId="{F801F576-BE36-43CE-AADF-19188E13A71A}" srcOrd="2" destOrd="0" presId="urn:microsoft.com/office/officeart/2008/layout/LinedList"/>
    <dgm:cxn modelId="{D0213B47-6A24-436D-A8DE-6E17F3275880}" type="presParOf" srcId="{B03D6B40-BA32-4460-8145-8A5525DD4402}" destId="{A6659F4B-B893-417D-A3BB-48013BB4E03A}" srcOrd="5" destOrd="0" presId="urn:microsoft.com/office/officeart/2008/layout/LinedList"/>
    <dgm:cxn modelId="{5CC1EC20-AF1E-4E46-9ED9-832F008EB942}" type="presParOf" srcId="{B03D6B40-BA32-4460-8145-8A5525DD4402}" destId="{DD468E03-1E3B-467C-B60A-0F66736CA4D1}" srcOrd="6" destOrd="0" presId="urn:microsoft.com/office/officeart/2008/layout/LinedList"/>
    <dgm:cxn modelId="{FD82FF53-C181-4B2D-A028-4CE329DF9E51}" type="presParOf" srcId="{B03D6B40-BA32-4460-8145-8A5525DD4402}" destId="{E49B8FCF-6AFF-4909-AA65-F1A8E4706C77}" srcOrd="7" destOrd="0" presId="urn:microsoft.com/office/officeart/2008/layout/LinedList"/>
    <dgm:cxn modelId="{91B638EB-9287-4685-A343-51544CD532AA}" type="presParOf" srcId="{E49B8FCF-6AFF-4909-AA65-F1A8E4706C77}" destId="{467BAE13-7472-4EF2-87E3-55091B870308}" srcOrd="0" destOrd="0" presId="urn:microsoft.com/office/officeart/2008/layout/LinedList"/>
    <dgm:cxn modelId="{53CE1649-A11D-4C77-9A17-FCFA4EABE9E0}" type="presParOf" srcId="{E49B8FCF-6AFF-4909-AA65-F1A8E4706C77}" destId="{8FA0239D-1963-4787-8BBF-DEA1D91A8244}" srcOrd="1" destOrd="0" presId="urn:microsoft.com/office/officeart/2008/layout/LinedList"/>
    <dgm:cxn modelId="{ECA8F386-65A6-450F-99A9-B7B42CED69D5}" type="presParOf" srcId="{E49B8FCF-6AFF-4909-AA65-F1A8E4706C77}" destId="{C2CECC27-6082-4453-8A91-FA45BC2BD045}" srcOrd="2" destOrd="0" presId="urn:microsoft.com/office/officeart/2008/layout/LinedList"/>
    <dgm:cxn modelId="{9006A0BE-3780-42EB-8937-5DB987B230CD}" type="presParOf" srcId="{B03D6B40-BA32-4460-8145-8A5525DD4402}" destId="{3AA94F3C-92D0-4740-ABA3-E1A5F61A1E1B}" srcOrd="8" destOrd="0" presId="urn:microsoft.com/office/officeart/2008/layout/LinedList"/>
    <dgm:cxn modelId="{89618105-7152-48B5-87E5-BD533CBB887E}" type="presParOf" srcId="{B03D6B40-BA32-4460-8145-8A5525DD4402}" destId="{884E68E8-7A63-4E1B-B34F-A5178EA1B6C4}" srcOrd="9" destOrd="0" presId="urn:microsoft.com/office/officeart/2008/layout/LinedList"/>
    <dgm:cxn modelId="{F4E845F4-8DBE-4F97-8C58-196A1D88F003}" type="presParOf" srcId="{B03D6B40-BA32-4460-8145-8A5525DD4402}" destId="{38F39B36-2ED2-45A8-A553-64965ABD23BC}" srcOrd="10" destOrd="0" presId="urn:microsoft.com/office/officeart/2008/layout/LinedList"/>
    <dgm:cxn modelId="{B45964E2-C517-4EF5-B537-FC08E63F47FC}" type="presParOf" srcId="{38F39B36-2ED2-45A8-A553-64965ABD23BC}" destId="{E255BF89-3E4A-46C5-B3BA-4D8E1959A54C}" srcOrd="0" destOrd="0" presId="urn:microsoft.com/office/officeart/2008/layout/LinedList"/>
    <dgm:cxn modelId="{22473790-8D4B-4958-B6F6-7631489E0EBC}" type="presParOf" srcId="{38F39B36-2ED2-45A8-A553-64965ABD23BC}" destId="{6CBD1164-D688-45F5-9BA7-D11E65132E52}" srcOrd="1" destOrd="0" presId="urn:microsoft.com/office/officeart/2008/layout/LinedList"/>
    <dgm:cxn modelId="{F5EDB725-8AEA-4FA8-AA48-5B8A63F2A531}" type="presParOf" srcId="{38F39B36-2ED2-45A8-A553-64965ABD23BC}" destId="{6204139D-5DC5-4D11-BE3A-1AD8013AF5B6}" srcOrd="2" destOrd="0" presId="urn:microsoft.com/office/officeart/2008/layout/LinedList"/>
    <dgm:cxn modelId="{D95BD821-0848-4706-962F-C87B9D9A620D}" type="presParOf" srcId="{B03D6B40-BA32-4460-8145-8A5525DD4402}" destId="{1E1B6509-95DC-4EFA-AF61-9DDE58E20548}" srcOrd="11" destOrd="0" presId="urn:microsoft.com/office/officeart/2008/layout/LinedList"/>
    <dgm:cxn modelId="{60FAB7B9-0D93-42CB-BB44-482994300C83}" type="presParOf" srcId="{B03D6B40-BA32-4460-8145-8A5525DD4402}" destId="{F680666B-2E96-4607-A26C-88CCB09B53A9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34AFE6-0A8C-4D51-B18C-F856137DEEB5}" type="doc">
      <dgm:prSet loTypeId="urn:microsoft.com/office/officeart/2005/8/layout/hProcess4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CL"/>
        </a:p>
      </dgm:t>
    </dgm:pt>
    <dgm:pt modelId="{1BEA84AA-FC57-44B1-8617-969D17629273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Vicerrectorías</a:t>
          </a:r>
        </a:p>
      </dgm:t>
    </dgm:pt>
    <dgm:pt modelId="{5B4EAFB7-E4FB-4F2C-9AC6-8FF7E0A7A398}" type="parTrans" cxnId="{FB02BC53-A88C-491F-AFAE-795C691241AD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DEFC447F-6014-4296-8E75-A45642A8110F}" type="sibTrans" cxnId="{FB02BC53-A88C-491F-AFAE-795C691241AD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FC3879C7-1906-4C7F-85BD-51817EA86975}">
      <dgm:prSet phldrT="[Texto]" phldr="0"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Revisión y validación del borrador de las políticas institucionales.</a:t>
          </a:r>
        </a:p>
      </dgm:t>
    </dgm:pt>
    <dgm:pt modelId="{F232C6FE-2C08-41F3-A529-B1A0A77B2CCE}" type="parTrans" cxnId="{57404867-BC2A-4579-8B7A-B84C45AD5752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04943592-C519-4A4F-AC81-76223EC0702A}" type="sibTrans" cxnId="{57404867-BC2A-4579-8B7A-B84C45AD5752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931401BA-32A2-4B6F-ABD5-4AD86A6FA06E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Consejos</a:t>
          </a:r>
        </a:p>
      </dgm:t>
    </dgm:pt>
    <dgm:pt modelId="{38C554FF-702B-4370-AAF9-3A63336925EA}" type="parTrans" cxnId="{5D8A46C2-67B5-46B7-A3BF-64EB0F925E7E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2A1DA520-C47C-4B9D-9324-77E955738F56}" type="sibTrans" cxnId="{5D8A46C2-67B5-46B7-A3BF-64EB0F925E7E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146B0283-ECC5-4CED-BB37-31B615BAD127}">
      <dgm:prSet phldrT="[Texto]" phldr="0"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Presentación del borrador de las políticas en los respectivos Consejos (Superior de Docencia y de Postgrado-Investigación).</a:t>
          </a:r>
        </a:p>
      </dgm:t>
    </dgm:pt>
    <dgm:pt modelId="{6579F95D-C3AF-472E-868E-92B2DB16665A}" type="parTrans" cxnId="{141D4472-BF47-498F-90FB-F37D2FC9D9E8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4C2B9473-F943-4FDB-8225-56495EB0448C}" type="sibTrans" cxnId="{141D4472-BF47-498F-90FB-F37D2FC9D9E8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1AAD7CD8-EBB3-4DC6-8F2D-8218E308B589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Facultades</a:t>
          </a:r>
        </a:p>
      </dgm:t>
    </dgm:pt>
    <dgm:pt modelId="{F2336E72-65F0-4C09-8116-1C1A0CDBA211}" type="parTrans" cxnId="{17B19FDA-28D0-40B7-85CF-9D636A0006D0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0A31C6C3-8FC0-4D96-ACEB-F05BACAA6F95}" type="sibTrans" cxnId="{17B19FDA-28D0-40B7-85CF-9D636A0006D0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8229E341-D491-4BCA-A390-DD52E2DAEF9A}">
      <dgm:prSet phldrT="[Texto]" phldr="0"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Presentación del borrador de las políticas a la facultad.</a:t>
          </a:r>
        </a:p>
      </dgm:t>
    </dgm:pt>
    <dgm:pt modelId="{4A0302AD-9B46-4FC2-BABC-B1789AB4FF65}" type="parTrans" cxnId="{376508AE-BEEC-4825-8FD2-A1E4AD4C2DA7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80136A1A-6768-492B-89C1-F3132AB87B9F}" type="sibTrans" cxnId="{376508AE-BEEC-4825-8FD2-A1E4AD4C2DA7}">
      <dgm:prSet/>
      <dgm:spPr/>
      <dgm:t>
        <a:bodyPr/>
        <a:lstStyle/>
        <a:p>
          <a:endParaRPr lang="es-CL" sz="1000">
            <a:latin typeface="Aptos Narrow" panose="020B0004020202020204" pitchFamily="34" charset="0"/>
          </a:endParaRPr>
        </a:p>
      </dgm:t>
    </dgm:pt>
    <dgm:pt modelId="{D1D040CE-94DB-4051-A64E-56D87C53A7CA}" type="pres">
      <dgm:prSet presAssocID="{7134AFE6-0A8C-4D51-B18C-F856137DEEB5}" presName="Name0" presStyleCnt="0">
        <dgm:presLayoutVars>
          <dgm:dir/>
          <dgm:animLvl val="lvl"/>
          <dgm:resizeHandles val="exact"/>
        </dgm:presLayoutVars>
      </dgm:prSet>
      <dgm:spPr/>
    </dgm:pt>
    <dgm:pt modelId="{E54BFF27-CAAC-4FD3-B0C3-1E0DA879C964}" type="pres">
      <dgm:prSet presAssocID="{7134AFE6-0A8C-4D51-B18C-F856137DEEB5}" presName="tSp" presStyleCnt="0"/>
      <dgm:spPr/>
    </dgm:pt>
    <dgm:pt modelId="{107A0D8B-2D21-4CD5-A7AE-EF15CBF934D3}" type="pres">
      <dgm:prSet presAssocID="{7134AFE6-0A8C-4D51-B18C-F856137DEEB5}" presName="bSp" presStyleCnt="0"/>
      <dgm:spPr/>
    </dgm:pt>
    <dgm:pt modelId="{EB06C68B-5F88-4766-9748-12B0B4792A4E}" type="pres">
      <dgm:prSet presAssocID="{7134AFE6-0A8C-4D51-B18C-F856137DEEB5}" presName="process" presStyleCnt="0"/>
      <dgm:spPr/>
    </dgm:pt>
    <dgm:pt modelId="{93A8F195-D992-4E2E-B40C-0D944EB89485}" type="pres">
      <dgm:prSet presAssocID="{1BEA84AA-FC57-44B1-8617-969D17629273}" presName="composite1" presStyleCnt="0"/>
      <dgm:spPr/>
    </dgm:pt>
    <dgm:pt modelId="{683382B5-AFC9-4B4D-92B7-5D1B4D27F9E9}" type="pres">
      <dgm:prSet presAssocID="{1BEA84AA-FC57-44B1-8617-969D17629273}" presName="dummyNode1" presStyleLbl="node1" presStyleIdx="0" presStyleCnt="3"/>
      <dgm:spPr/>
    </dgm:pt>
    <dgm:pt modelId="{AA7362A2-C413-4892-8801-154A0C1E1F65}" type="pres">
      <dgm:prSet presAssocID="{1BEA84AA-FC57-44B1-8617-969D17629273}" presName="childNode1" presStyleLbl="bgAcc1" presStyleIdx="0" presStyleCnt="3" custScaleX="111835" custScaleY="104272" custLinFactNeighborY="-8595">
        <dgm:presLayoutVars>
          <dgm:bulletEnabled val="1"/>
        </dgm:presLayoutVars>
      </dgm:prSet>
      <dgm:spPr/>
    </dgm:pt>
    <dgm:pt modelId="{3E0DFEDA-B01C-4A35-9F91-BA235130F253}" type="pres">
      <dgm:prSet presAssocID="{1BEA84AA-FC57-44B1-8617-969D17629273}" presName="childNode1tx" presStyleLbl="bgAcc1" presStyleIdx="0" presStyleCnt="3">
        <dgm:presLayoutVars>
          <dgm:bulletEnabled val="1"/>
        </dgm:presLayoutVars>
      </dgm:prSet>
      <dgm:spPr/>
    </dgm:pt>
    <dgm:pt modelId="{2A483839-6F88-423E-B31A-B58763EFBF28}" type="pres">
      <dgm:prSet presAssocID="{1BEA84AA-FC57-44B1-8617-969D17629273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8AB29269-8544-4F6B-961A-3E9FBF7AC8AF}" type="pres">
      <dgm:prSet presAssocID="{1BEA84AA-FC57-44B1-8617-969D17629273}" presName="connSite1" presStyleCnt="0"/>
      <dgm:spPr/>
    </dgm:pt>
    <dgm:pt modelId="{ADDADEC7-B1B7-4802-A009-53840F665EE4}" type="pres">
      <dgm:prSet presAssocID="{DEFC447F-6014-4296-8E75-A45642A8110F}" presName="Name9" presStyleLbl="sibTrans2D1" presStyleIdx="0" presStyleCnt="2"/>
      <dgm:spPr/>
    </dgm:pt>
    <dgm:pt modelId="{D25459E4-F357-48C8-BC80-53A0F18DBAF7}" type="pres">
      <dgm:prSet presAssocID="{931401BA-32A2-4B6F-ABD5-4AD86A6FA06E}" presName="composite2" presStyleCnt="0"/>
      <dgm:spPr/>
    </dgm:pt>
    <dgm:pt modelId="{D80F6388-F4DC-4D98-8529-53D65054E014}" type="pres">
      <dgm:prSet presAssocID="{931401BA-32A2-4B6F-ABD5-4AD86A6FA06E}" presName="dummyNode2" presStyleLbl="node1" presStyleIdx="0" presStyleCnt="3"/>
      <dgm:spPr/>
    </dgm:pt>
    <dgm:pt modelId="{63170B1C-9F92-4D33-A4A2-C4BEECB2C7D1}" type="pres">
      <dgm:prSet presAssocID="{931401BA-32A2-4B6F-ABD5-4AD86A6FA06E}" presName="childNode2" presStyleLbl="bgAcc1" presStyleIdx="1" presStyleCnt="3" custScaleX="133054" custScaleY="133651" custLinFactNeighborY="6040">
        <dgm:presLayoutVars>
          <dgm:bulletEnabled val="1"/>
        </dgm:presLayoutVars>
      </dgm:prSet>
      <dgm:spPr/>
    </dgm:pt>
    <dgm:pt modelId="{FB917123-21BB-411F-9DD8-FC308C9F0E24}" type="pres">
      <dgm:prSet presAssocID="{931401BA-32A2-4B6F-ABD5-4AD86A6FA06E}" presName="childNode2tx" presStyleLbl="bgAcc1" presStyleIdx="1" presStyleCnt="3">
        <dgm:presLayoutVars>
          <dgm:bulletEnabled val="1"/>
        </dgm:presLayoutVars>
      </dgm:prSet>
      <dgm:spPr/>
    </dgm:pt>
    <dgm:pt modelId="{42BFF8C8-132F-4A0B-A85A-6AF7764CBE60}" type="pres">
      <dgm:prSet presAssocID="{931401BA-32A2-4B6F-ABD5-4AD86A6FA06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2E97739D-8248-4392-B0F6-B400295A1293}" type="pres">
      <dgm:prSet presAssocID="{931401BA-32A2-4B6F-ABD5-4AD86A6FA06E}" presName="connSite2" presStyleCnt="0"/>
      <dgm:spPr/>
    </dgm:pt>
    <dgm:pt modelId="{F68AAF24-C12C-4DC4-B706-0A4F475B3CD4}" type="pres">
      <dgm:prSet presAssocID="{2A1DA520-C47C-4B9D-9324-77E955738F56}" presName="Name18" presStyleLbl="sibTrans2D1" presStyleIdx="1" presStyleCnt="2"/>
      <dgm:spPr/>
    </dgm:pt>
    <dgm:pt modelId="{CE911BE9-F460-4D32-BF67-BE1D1113B252}" type="pres">
      <dgm:prSet presAssocID="{1AAD7CD8-EBB3-4DC6-8F2D-8218E308B589}" presName="composite1" presStyleCnt="0"/>
      <dgm:spPr/>
    </dgm:pt>
    <dgm:pt modelId="{1F1808D9-A50A-4351-B578-EC07BBC844D2}" type="pres">
      <dgm:prSet presAssocID="{1AAD7CD8-EBB3-4DC6-8F2D-8218E308B589}" presName="dummyNode1" presStyleLbl="node1" presStyleIdx="1" presStyleCnt="3"/>
      <dgm:spPr/>
    </dgm:pt>
    <dgm:pt modelId="{93BEA891-4C41-400E-93FA-E54A1FD634B3}" type="pres">
      <dgm:prSet presAssocID="{1AAD7CD8-EBB3-4DC6-8F2D-8218E308B589}" presName="childNode1" presStyleLbl="bgAcc1" presStyleIdx="2" presStyleCnt="3" custScaleX="126165" custScaleY="103128" custLinFactNeighborY="-6876">
        <dgm:presLayoutVars>
          <dgm:bulletEnabled val="1"/>
        </dgm:presLayoutVars>
      </dgm:prSet>
      <dgm:spPr/>
    </dgm:pt>
    <dgm:pt modelId="{CF5DB24E-1003-4B13-91EA-5A1056301130}" type="pres">
      <dgm:prSet presAssocID="{1AAD7CD8-EBB3-4DC6-8F2D-8218E308B589}" presName="childNode1tx" presStyleLbl="bgAcc1" presStyleIdx="2" presStyleCnt="3">
        <dgm:presLayoutVars>
          <dgm:bulletEnabled val="1"/>
        </dgm:presLayoutVars>
      </dgm:prSet>
      <dgm:spPr/>
    </dgm:pt>
    <dgm:pt modelId="{A2E432E5-CE95-471E-821B-D667D25E12B5}" type="pres">
      <dgm:prSet presAssocID="{1AAD7CD8-EBB3-4DC6-8F2D-8218E308B589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F3073C05-B878-49A7-8AC4-F233D8395C35}" type="pres">
      <dgm:prSet presAssocID="{1AAD7CD8-EBB3-4DC6-8F2D-8218E308B589}" presName="connSite1" presStyleCnt="0"/>
      <dgm:spPr/>
    </dgm:pt>
  </dgm:ptLst>
  <dgm:cxnLst>
    <dgm:cxn modelId="{B16D2820-CADA-4204-B4DA-AC02AC4C5EFC}" type="presOf" srcId="{1AAD7CD8-EBB3-4DC6-8F2D-8218E308B589}" destId="{A2E432E5-CE95-471E-821B-D667D25E12B5}" srcOrd="0" destOrd="0" presId="urn:microsoft.com/office/officeart/2005/8/layout/hProcess4"/>
    <dgm:cxn modelId="{797F7027-21F6-4133-B992-8F32616BEB20}" type="presOf" srcId="{146B0283-ECC5-4CED-BB37-31B615BAD127}" destId="{FB917123-21BB-411F-9DD8-FC308C9F0E24}" srcOrd="1" destOrd="0" presId="urn:microsoft.com/office/officeart/2005/8/layout/hProcess4"/>
    <dgm:cxn modelId="{5FA2E129-C6BE-46A9-9095-65C819EE55CD}" type="presOf" srcId="{931401BA-32A2-4B6F-ABD5-4AD86A6FA06E}" destId="{42BFF8C8-132F-4A0B-A85A-6AF7764CBE60}" srcOrd="0" destOrd="0" presId="urn:microsoft.com/office/officeart/2005/8/layout/hProcess4"/>
    <dgm:cxn modelId="{2C944137-01E4-4FA4-BAE2-33FA93F668B3}" type="presOf" srcId="{FC3879C7-1906-4C7F-85BD-51817EA86975}" destId="{AA7362A2-C413-4892-8801-154A0C1E1F65}" srcOrd="0" destOrd="0" presId="urn:microsoft.com/office/officeart/2005/8/layout/hProcess4"/>
    <dgm:cxn modelId="{88F02764-B51A-4774-8C78-EABB82D4B378}" type="presOf" srcId="{146B0283-ECC5-4CED-BB37-31B615BAD127}" destId="{63170B1C-9F92-4D33-A4A2-C4BEECB2C7D1}" srcOrd="0" destOrd="0" presId="urn:microsoft.com/office/officeart/2005/8/layout/hProcess4"/>
    <dgm:cxn modelId="{57404867-BC2A-4579-8B7A-B84C45AD5752}" srcId="{1BEA84AA-FC57-44B1-8617-969D17629273}" destId="{FC3879C7-1906-4C7F-85BD-51817EA86975}" srcOrd="0" destOrd="0" parTransId="{F232C6FE-2C08-41F3-A529-B1A0A77B2CCE}" sibTransId="{04943592-C519-4A4F-AC81-76223EC0702A}"/>
    <dgm:cxn modelId="{2886014D-C779-4196-8A01-FE1A86B0D803}" type="presOf" srcId="{2A1DA520-C47C-4B9D-9324-77E955738F56}" destId="{F68AAF24-C12C-4DC4-B706-0A4F475B3CD4}" srcOrd="0" destOrd="0" presId="urn:microsoft.com/office/officeart/2005/8/layout/hProcess4"/>
    <dgm:cxn modelId="{141D4472-BF47-498F-90FB-F37D2FC9D9E8}" srcId="{931401BA-32A2-4B6F-ABD5-4AD86A6FA06E}" destId="{146B0283-ECC5-4CED-BB37-31B615BAD127}" srcOrd="0" destOrd="0" parTransId="{6579F95D-C3AF-472E-868E-92B2DB16665A}" sibTransId="{4C2B9473-F943-4FDB-8225-56495EB0448C}"/>
    <dgm:cxn modelId="{FB02BC53-A88C-491F-AFAE-795C691241AD}" srcId="{7134AFE6-0A8C-4D51-B18C-F856137DEEB5}" destId="{1BEA84AA-FC57-44B1-8617-969D17629273}" srcOrd="0" destOrd="0" parTransId="{5B4EAFB7-E4FB-4F2C-9AC6-8FF7E0A7A398}" sibTransId="{DEFC447F-6014-4296-8E75-A45642A8110F}"/>
    <dgm:cxn modelId="{903AE575-D853-4CA4-A351-C8F33F32D21C}" type="presOf" srcId="{8229E341-D491-4BCA-A390-DD52E2DAEF9A}" destId="{93BEA891-4C41-400E-93FA-E54A1FD634B3}" srcOrd="0" destOrd="0" presId="urn:microsoft.com/office/officeart/2005/8/layout/hProcess4"/>
    <dgm:cxn modelId="{6558F55A-6FA6-41BF-A8F6-88DCB5A777F8}" type="presOf" srcId="{7134AFE6-0A8C-4D51-B18C-F856137DEEB5}" destId="{D1D040CE-94DB-4051-A64E-56D87C53A7CA}" srcOrd="0" destOrd="0" presId="urn:microsoft.com/office/officeart/2005/8/layout/hProcess4"/>
    <dgm:cxn modelId="{CD6257A3-1C71-44B5-8ED4-F7B05728B7F0}" type="presOf" srcId="{FC3879C7-1906-4C7F-85BD-51817EA86975}" destId="{3E0DFEDA-B01C-4A35-9F91-BA235130F253}" srcOrd="1" destOrd="0" presId="urn:microsoft.com/office/officeart/2005/8/layout/hProcess4"/>
    <dgm:cxn modelId="{376508AE-BEEC-4825-8FD2-A1E4AD4C2DA7}" srcId="{1AAD7CD8-EBB3-4DC6-8F2D-8218E308B589}" destId="{8229E341-D491-4BCA-A390-DD52E2DAEF9A}" srcOrd="0" destOrd="0" parTransId="{4A0302AD-9B46-4FC2-BABC-B1789AB4FF65}" sibTransId="{80136A1A-6768-492B-89C1-F3132AB87B9F}"/>
    <dgm:cxn modelId="{5D8A46C2-67B5-46B7-A3BF-64EB0F925E7E}" srcId="{7134AFE6-0A8C-4D51-B18C-F856137DEEB5}" destId="{931401BA-32A2-4B6F-ABD5-4AD86A6FA06E}" srcOrd="1" destOrd="0" parTransId="{38C554FF-702B-4370-AAF9-3A63336925EA}" sibTransId="{2A1DA520-C47C-4B9D-9324-77E955738F56}"/>
    <dgm:cxn modelId="{19CBD4C3-0993-4BEE-A184-C381E95C6C3F}" type="presOf" srcId="{1BEA84AA-FC57-44B1-8617-969D17629273}" destId="{2A483839-6F88-423E-B31A-B58763EFBF28}" srcOrd="0" destOrd="0" presId="urn:microsoft.com/office/officeart/2005/8/layout/hProcess4"/>
    <dgm:cxn modelId="{17B19FDA-28D0-40B7-85CF-9D636A0006D0}" srcId="{7134AFE6-0A8C-4D51-B18C-F856137DEEB5}" destId="{1AAD7CD8-EBB3-4DC6-8F2D-8218E308B589}" srcOrd="2" destOrd="0" parTransId="{F2336E72-65F0-4C09-8116-1C1A0CDBA211}" sibTransId="{0A31C6C3-8FC0-4D96-ACEB-F05BACAA6F95}"/>
    <dgm:cxn modelId="{9A4547E1-8ACD-4596-B60A-6BCA84E16DF6}" type="presOf" srcId="{DEFC447F-6014-4296-8E75-A45642A8110F}" destId="{ADDADEC7-B1B7-4802-A009-53840F665EE4}" srcOrd="0" destOrd="0" presId="urn:microsoft.com/office/officeart/2005/8/layout/hProcess4"/>
    <dgm:cxn modelId="{854930EA-9334-474C-B012-F5192237CEC3}" type="presOf" srcId="{8229E341-D491-4BCA-A390-DD52E2DAEF9A}" destId="{CF5DB24E-1003-4B13-91EA-5A1056301130}" srcOrd="1" destOrd="0" presId="urn:microsoft.com/office/officeart/2005/8/layout/hProcess4"/>
    <dgm:cxn modelId="{3852BE97-57A4-4F02-A217-6C59D8FF63C7}" type="presParOf" srcId="{D1D040CE-94DB-4051-A64E-56D87C53A7CA}" destId="{E54BFF27-CAAC-4FD3-B0C3-1E0DA879C964}" srcOrd="0" destOrd="0" presId="urn:microsoft.com/office/officeart/2005/8/layout/hProcess4"/>
    <dgm:cxn modelId="{E6D84694-3F9C-4ADF-B137-D33254C73C17}" type="presParOf" srcId="{D1D040CE-94DB-4051-A64E-56D87C53A7CA}" destId="{107A0D8B-2D21-4CD5-A7AE-EF15CBF934D3}" srcOrd="1" destOrd="0" presId="urn:microsoft.com/office/officeart/2005/8/layout/hProcess4"/>
    <dgm:cxn modelId="{0FC120BB-0AA4-4EB6-88B2-D79A16599017}" type="presParOf" srcId="{D1D040CE-94DB-4051-A64E-56D87C53A7CA}" destId="{EB06C68B-5F88-4766-9748-12B0B4792A4E}" srcOrd="2" destOrd="0" presId="urn:microsoft.com/office/officeart/2005/8/layout/hProcess4"/>
    <dgm:cxn modelId="{6BCB59F9-38F2-464C-A133-70EA0AD649BA}" type="presParOf" srcId="{EB06C68B-5F88-4766-9748-12B0B4792A4E}" destId="{93A8F195-D992-4E2E-B40C-0D944EB89485}" srcOrd="0" destOrd="0" presId="urn:microsoft.com/office/officeart/2005/8/layout/hProcess4"/>
    <dgm:cxn modelId="{EA920C21-671C-44F7-9544-6A24D39B9DBA}" type="presParOf" srcId="{93A8F195-D992-4E2E-B40C-0D944EB89485}" destId="{683382B5-AFC9-4B4D-92B7-5D1B4D27F9E9}" srcOrd="0" destOrd="0" presId="urn:microsoft.com/office/officeart/2005/8/layout/hProcess4"/>
    <dgm:cxn modelId="{B506F564-8528-4A64-B7F5-B5305757C975}" type="presParOf" srcId="{93A8F195-D992-4E2E-B40C-0D944EB89485}" destId="{AA7362A2-C413-4892-8801-154A0C1E1F65}" srcOrd="1" destOrd="0" presId="urn:microsoft.com/office/officeart/2005/8/layout/hProcess4"/>
    <dgm:cxn modelId="{D16C3298-CE2B-40D3-89D9-02486BFEC69D}" type="presParOf" srcId="{93A8F195-D992-4E2E-B40C-0D944EB89485}" destId="{3E0DFEDA-B01C-4A35-9F91-BA235130F253}" srcOrd="2" destOrd="0" presId="urn:microsoft.com/office/officeart/2005/8/layout/hProcess4"/>
    <dgm:cxn modelId="{B35DDB8A-A215-41DC-B494-D2720B19D457}" type="presParOf" srcId="{93A8F195-D992-4E2E-B40C-0D944EB89485}" destId="{2A483839-6F88-423E-B31A-B58763EFBF28}" srcOrd="3" destOrd="0" presId="urn:microsoft.com/office/officeart/2005/8/layout/hProcess4"/>
    <dgm:cxn modelId="{4447ED2A-AEE2-4455-B138-D85743F2B00D}" type="presParOf" srcId="{93A8F195-D992-4E2E-B40C-0D944EB89485}" destId="{8AB29269-8544-4F6B-961A-3E9FBF7AC8AF}" srcOrd="4" destOrd="0" presId="urn:microsoft.com/office/officeart/2005/8/layout/hProcess4"/>
    <dgm:cxn modelId="{8A0C2DC2-E46F-4A86-8DAE-F625AF3814FF}" type="presParOf" srcId="{EB06C68B-5F88-4766-9748-12B0B4792A4E}" destId="{ADDADEC7-B1B7-4802-A009-53840F665EE4}" srcOrd="1" destOrd="0" presId="urn:microsoft.com/office/officeart/2005/8/layout/hProcess4"/>
    <dgm:cxn modelId="{869BF8A5-61CB-41E2-A9EB-37F3559AF98A}" type="presParOf" srcId="{EB06C68B-5F88-4766-9748-12B0B4792A4E}" destId="{D25459E4-F357-48C8-BC80-53A0F18DBAF7}" srcOrd="2" destOrd="0" presId="urn:microsoft.com/office/officeart/2005/8/layout/hProcess4"/>
    <dgm:cxn modelId="{847FB9E6-98E0-4FA2-98D2-E50F474673CE}" type="presParOf" srcId="{D25459E4-F357-48C8-BC80-53A0F18DBAF7}" destId="{D80F6388-F4DC-4D98-8529-53D65054E014}" srcOrd="0" destOrd="0" presId="urn:microsoft.com/office/officeart/2005/8/layout/hProcess4"/>
    <dgm:cxn modelId="{DDF56D86-2C48-4D3A-A57A-EC6BE11D4C74}" type="presParOf" srcId="{D25459E4-F357-48C8-BC80-53A0F18DBAF7}" destId="{63170B1C-9F92-4D33-A4A2-C4BEECB2C7D1}" srcOrd="1" destOrd="0" presId="urn:microsoft.com/office/officeart/2005/8/layout/hProcess4"/>
    <dgm:cxn modelId="{FB4CEC1F-A643-4661-86E6-338846EC2781}" type="presParOf" srcId="{D25459E4-F357-48C8-BC80-53A0F18DBAF7}" destId="{FB917123-21BB-411F-9DD8-FC308C9F0E24}" srcOrd="2" destOrd="0" presId="urn:microsoft.com/office/officeart/2005/8/layout/hProcess4"/>
    <dgm:cxn modelId="{1DFDAD1F-8B28-45BB-8949-BC53F7E8D744}" type="presParOf" srcId="{D25459E4-F357-48C8-BC80-53A0F18DBAF7}" destId="{42BFF8C8-132F-4A0B-A85A-6AF7764CBE60}" srcOrd="3" destOrd="0" presId="urn:microsoft.com/office/officeart/2005/8/layout/hProcess4"/>
    <dgm:cxn modelId="{D3CA5FF8-C115-4CFE-8A73-8C3C6E27CF66}" type="presParOf" srcId="{D25459E4-F357-48C8-BC80-53A0F18DBAF7}" destId="{2E97739D-8248-4392-B0F6-B400295A1293}" srcOrd="4" destOrd="0" presId="urn:microsoft.com/office/officeart/2005/8/layout/hProcess4"/>
    <dgm:cxn modelId="{956438F2-ECC6-4778-990F-CFA7BB577ADC}" type="presParOf" srcId="{EB06C68B-5F88-4766-9748-12B0B4792A4E}" destId="{F68AAF24-C12C-4DC4-B706-0A4F475B3CD4}" srcOrd="3" destOrd="0" presId="urn:microsoft.com/office/officeart/2005/8/layout/hProcess4"/>
    <dgm:cxn modelId="{3B233AF7-DA54-4545-9AE3-4FD3A717D3A9}" type="presParOf" srcId="{EB06C68B-5F88-4766-9748-12B0B4792A4E}" destId="{CE911BE9-F460-4D32-BF67-BE1D1113B252}" srcOrd="4" destOrd="0" presId="urn:microsoft.com/office/officeart/2005/8/layout/hProcess4"/>
    <dgm:cxn modelId="{8A419519-4BAC-42D6-B232-6F710DB729E5}" type="presParOf" srcId="{CE911BE9-F460-4D32-BF67-BE1D1113B252}" destId="{1F1808D9-A50A-4351-B578-EC07BBC844D2}" srcOrd="0" destOrd="0" presId="urn:microsoft.com/office/officeart/2005/8/layout/hProcess4"/>
    <dgm:cxn modelId="{47E08121-B528-49D3-BFE2-39CBDC4C77F2}" type="presParOf" srcId="{CE911BE9-F460-4D32-BF67-BE1D1113B252}" destId="{93BEA891-4C41-400E-93FA-E54A1FD634B3}" srcOrd="1" destOrd="0" presId="urn:microsoft.com/office/officeart/2005/8/layout/hProcess4"/>
    <dgm:cxn modelId="{4F83E70C-B0B3-4109-943B-5E3696FEB9D5}" type="presParOf" srcId="{CE911BE9-F460-4D32-BF67-BE1D1113B252}" destId="{CF5DB24E-1003-4B13-91EA-5A1056301130}" srcOrd="2" destOrd="0" presId="urn:microsoft.com/office/officeart/2005/8/layout/hProcess4"/>
    <dgm:cxn modelId="{C45E0DFD-C7E8-4CD7-BCDD-E66F4AFA4658}" type="presParOf" srcId="{CE911BE9-F460-4D32-BF67-BE1D1113B252}" destId="{A2E432E5-CE95-471E-821B-D667D25E12B5}" srcOrd="3" destOrd="0" presId="urn:microsoft.com/office/officeart/2005/8/layout/hProcess4"/>
    <dgm:cxn modelId="{CCA5B1CC-3386-4A1F-9A7C-C51453E78971}" type="presParOf" srcId="{CE911BE9-F460-4D32-BF67-BE1D1113B252}" destId="{F3073C05-B878-49A7-8AC4-F233D8395C3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FC5CEE-F911-4BFC-8B3D-E6ECAFDF913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659B9CF2-BF04-4E8C-9448-115192C7DCAF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Validación de las políticas por parte de la comunidad académica – Diciembre 2025</a:t>
          </a:r>
        </a:p>
      </dgm:t>
    </dgm:pt>
    <dgm:pt modelId="{328B49BC-476B-45CD-9045-0FEA558F21E3}" type="parTrans" cxnId="{E570535A-DE93-461D-B1DE-17AF4879D6BF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409CF3F7-1E08-46AA-9787-4418F8D0E557}" type="sibTrans" cxnId="{E570535A-DE93-461D-B1DE-17AF4879D6BF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A4237653-D64A-412B-9C5A-1C8C102452AC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Consolidación de observaciones y/o comentarios – Diciembre 2025</a:t>
          </a:r>
        </a:p>
      </dgm:t>
    </dgm:pt>
    <dgm:pt modelId="{52F7D5EC-45B5-4B59-BEA5-27F9720293B2}" type="parTrans" cxnId="{6D4298D4-B857-481D-9E6C-1CC0996E5B36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C85172B9-6B7C-4F9B-BC6E-247DA46B3212}" type="sibTrans" cxnId="{6D4298D4-B857-481D-9E6C-1CC0996E5B36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B2D14FAB-A44C-496F-B943-6C10AF8C6CCB}">
      <dgm:prSet phldrT="[Texto]" phldr="0" custT="1"/>
      <dgm:spPr/>
      <dgm:t>
        <a:bodyPr/>
        <a:lstStyle/>
        <a:p>
          <a:r>
            <a:rPr lang="es-CL" sz="2400" dirty="0">
              <a:latin typeface="Aptos Narrow" panose="020B0004020202020204" pitchFamily="34" charset="0"/>
            </a:rPr>
            <a:t>Socialización de las políticas a agentes claves del proceso – Enero 2026</a:t>
          </a:r>
        </a:p>
      </dgm:t>
    </dgm:pt>
    <dgm:pt modelId="{041D5EED-EED7-4672-91F9-3C2872EC3AB0}" type="parTrans" cxnId="{6DCEA7CA-8086-4282-99D4-B193032F0C09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B340F38D-941F-4D7D-9F55-F38C4F7E17F4}" type="sibTrans" cxnId="{6DCEA7CA-8086-4282-99D4-B193032F0C09}">
      <dgm:prSet/>
      <dgm:spPr/>
      <dgm:t>
        <a:bodyPr/>
        <a:lstStyle/>
        <a:p>
          <a:endParaRPr lang="es-CL" sz="2400">
            <a:latin typeface="Aptos Narrow" panose="020B0004020202020204" pitchFamily="34" charset="0"/>
          </a:endParaRPr>
        </a:p>
      </dgm:t>
    </dgm:pt>
    <dgm:pt modelId="{B745F1CF-3A06-448B-8BE4-D599493EA33E}" type="pres">
      <dgm:prSet presAssocID="{41FC5CEE-F911-4BFC-8B3D-E6ECAFDF913E}" presName="linear" presStyleCnt="0">
        <dgm:presLayoutVars>
          <dgm:dir/>
          <dgm:animLvl val="lvl"/>
          <dgm:resizeHandles val="exact"/>
        </dgm:presLayoutVars>
      </dgm:prSet>
      <dgm:spPr/>
    </dgm:pt>
    <dgm:pt modelId="{FBCAB500-9C84-476E-8636-6E496671BF58}" type="pres">
      <dgm:prSet presAssocID="{659B9CF2-BF04-4E8C-9448-115192C7DCAF}" presName="parentLin" presStyleCnt="0"/>
      <dgm:spPr/>
    </dgm:pt>
    <dgm:pt modelId="{C3D57928-AFE6-4CFA-931C-94CA1FB3AF23}" type="pres">
      <dgm:prSet presAssocID="{659B9CF2-BF04-4E8C-9448-115192C7DCAF}" presName="parentLeftMargin" presStyleLbl="node1" presStyleIdx="0" presStyleCnt="3"/>
      <dgm:spPr/>
    </dgm:pt>
    <dgm:pt modelId="{F971BEB8-6215-4F9B-9788-AE2C879404A7}" type="pres">
      <dgm:prSet presAssocID="{659B9CF2-BF04-4E8C-9448-115192C7DC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9D4CC6-68C5-41B1-A74E-38416EBC1466}" type="pres">
      <dgm:prSet presAssocID="{659B9CF2-BF04-4E8C-9448-115192C7DCAF}" presName="negativeSpace" presStyleCnt="0"/>
      <dgm:spPr/>
    </dgm:pt>
    <dgm:pt modelId="{BD7C07F1-7DFD-43E2-A026-78007AC17167}" type="pres">
      <dgm:prSet presAssocID="{659B9CF2-BF04-4E8C-9448-115192C7DCAF}" presName="childText" presStyleLbl="conFgAcc1" presStyleIdx="0" presStyleCnt="3">
        <dgm:presLayoutVars>
          <dgm:bulletEnabled val="1"/>
        </dgm:presLayoutVars>
      </dgm:prSet>
      <dgm:spPr/>
    </dgm:pt>
    <dgm:pt modelId="{C3375472-B8CB-4F00-BA0C-A9984CEE201F}" type="pres">
      <dgm:prSet presAssocID="{409CF3F7-1E08-46AA-9787-4418F8D0E557}" presName="spaceBetweenRectangles" presStyleCnt="0"/>
      <dgm:spPr/>
    </dgm:pt>
    <dgm:pt modelId="{18B3CAE1-36D4-4DA7-BA24-2DD7A77812C7}" type="pres">
      <dgm:prSet presAssocID="{A4237653-D64A-412B-9C5A-1C8C102452AC}" presName="parentLin" presStyleCnt="0"/>
      <dgm:spPr/>
    </dgm:pt>
    <dgm:pt modelId="{9BB65F79-B648-4F7E-85FD-4F9AD1AB00D3}" type="pres">
      <dgm:prSet presAssocID="{A4237653-D64A-412B-9C5A-1C8C102452AC}" presName="parentLeftMargin" presStyleLbl="node1" presStyleIdx="0" presStyleCnt="3"/>
      <dgm:spPr/>
    </dgm:pt>
    <dgm:pt modelId="{AE51EA9F-372B-4CF8-A98C-3EECA086FF5C}" type="pres">
      <dgm:prSet presAssocID="{A4237653-D64A-412B-9C5A-1C8C102452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F1E12E8-B6B4-450D-A9BB-34C575EE914F}" type="pres">
      <dgm:prSet presAssocID="{A4237653-D64A-412B-9C5A-1C8C102452AC}" presName="negativeSpace" presStyleCnt="0"/>
      <dgm:spPr/>
    </dgm:pt>
    <dgm:pt modelId="{AF0E192B-62E0-498E-B184-2770C4D2DD2F}" type="pres">
      <dgm:prSet presAssocID="{A4237653-D64A-412B-9C5A-1C8C102452AC}" presName="childText" presStyleLbl="conFgAcc1" presStyleIdx="1" presStyleCnt="3">
        <dgm:presLayoutVars>
          <dgm:bulletEnabled val="1"/>
        </dgm:presLayoutVars>
      </dgm:prSet>
      <dgm:spPr/>
    </dgm:pt>
    <dgm:pt modelId="{F8C427B2-9CB0-4148-8D3F-CF29EBAF4651}" type="pres">
      <dgm:prSet presAssocID="{C85172B9-6B7C-4F9B-BC6E-247DA46B3212}" presName="spaceBetweenRectangles" presStyleCnt="0"/>
      <dgm:spPr/>
    </dgm:pt>
    <dgm:pt modelId="{84869712-03BF-48D6-96BB-D54580A45858}" type="pres">
      <dgm:prSet presAssocID="{B2D14FAB-A44C-496F-B943-6C10AF8C6CCB}" presName="parentLin" presStyleCnt="0"/>
      <dgm:spPr/>
    </dgm:pt>
    <dgm:pt modelId="{F3612090-2F83-4184-9D36-34C73E69B5B5}" type="pres">
      <dgm:prSet presAssocID="{B2D14FAB-A44C-496F-B943-6C10AF8C6CCB}" presName="parentLeftMargin" presStyleLbl="node1" presStyleIdx="1" presStyleCnt="3"/>
      <dgm:spPr/>
    </dgm:pt>
    <dgm:pt modelId="{0E9F3CDB-1901-4B18-B204-4F01AB751C74}" type="pres">
      <dgm:prSet presAssocID="{B2D14FAB-A44C-496F-B943-6C10AF8C6CC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C1538A8-01CC-4D08-9C80-A4596BC26A27}" type="pres">
      <dgm:prSet presAssocID="{B2D14FAB-A44C-496F-B943-6C10AF8C6CCB}" presName="negativeSpace" presStyleCnt="0"/>
      <dgm:spPr/>
    </dgm:pt>
    <dgm:pt modelId="{7862DB03-1D6E-46B5-BEAA-5EE9C0735B9E}" type="pres">
      <dgm:prSet presAssocID="{B2D14FAB-A44C-496F-B943-6C10AF8C6CC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BD46701-C01A-48F8-B940-07DC771357D9}" type="presOf" srcId="{659B9CF2-BF04-4E8C-9448-115192C7DCAF}" destId="{C3D57928-AFE6-4CFA-931C-94CA1FB3AF23}" srcOrd="0" destOrd="0" presId="urn:microsoft.com/office/officeart/2005/8/layout/list1"/>
    <dgm:cxn modelId="{F156C03D-9E87-4FE5-A890-000387B50CFE}" type="presOf" srcId="{659B9CF2-BF04-4E8C-9448-115192C7DCAF}" destId="{F971BEB8-6215-4F9B-9788-AE2C879404A7}" srcOrd="1" destOrd="0" presId="urn:microsoft.com/office/officeart/2005/8/layout/list1"/>
    <dgm:cxn modelId="{E570535A-DE93-461D-B1DE-17AF4879D6BF}" srcId="{41FC5CEE-F911-4BFC-8B3D-E6ECAFDF913E}" destId="{659B9CF2-BF04-4E8C-9448-115192C7DCAF}" srcOrd="0" destOrd="0" parTransId="{328B49BC-476B-45CD-9045-0FEA558F21E3}" sibTransId="{409CF3F7-1E08-46AA-9787-4418F8D0E557}"/>
    <dgm:cxn modelId="{265B1482-AE04-4E37-8224-B45BC9DB9461}" type="presOf" srcId="{B2D14FAB-A44C-496F-B943-6C10AF8C6CCB}" destId="{F3612090-2F83-4184-9D36-34C73E69B5B5}" srcOrd="0" destOrd="0" presId="urn:microsoft.com/office/officeart/2005/8/layout/list1"/>
    <dgm:cxn modelId="{E042E0B3-CD3E-4ABC-A3CB-4BA428BDA81D}" type="presOf" srcId="{A4237653-D64A-412B-9C5A-1C8C102452AC}" destId="{AE51EA9F-372B-4CF8-A98C-3EECA086FF5C}" srcOrd="1" destOrd="0" presId="urn:microsoft.com/office/officeart/2005/8/layout/list1"/>
    <dgm:cxn modelId="{3BDB94C4-DFA8-4DC8-ABAE-C6A54369806B}" type="presOf" srcId="{B2D14FAB-A44C-496F-B943-6C10AF8C6CCB}" destId="{0E9F3CDB-1901-4B18-B204-4F01AB751C74}" srcOrd="1" destOrd="0" presId="urn:microsoft.com/office/officeart/2005/8/layout/list1"/>
    <dgm:cxn modelId="{6DCEA7CA-8086-4282-99D4-B193032F0C09}" srcId="{41FC5CEE-F911-4BFC-8B3D-E6ECAFDF913E}" destId="{B2D14FAB-A44C-496F-B943-6C10AF8C6CCB}" srcOrd="2" destOrd="0" parTransId="{041D5EED-EED7-4672-91F9-3C2872EC3AB0}" sibTransId="{B340F38D-941F-4D7D-9F55-F38C4F7E17F4}"/>
    <dgm:cxn modelId="{12864BD2-0EAD-4C38-A025-F983E98FFF80}" type="presOf" srcId="{A4237653-D64A-412B-9C5A-1C8C102452AC}" destId="{9BB65F79-B648-4F7E-85FD-4F9AD1AB00D3}" srcOrd="0" destOrd="0" presId="urn:microsoft.com/office/officeart/2005/8/layout/list1"/>
    <dgm:cxn modelId="{6D4298D4-B857-481D-9E6C-1CC0996E5B36}" srcId="{41FC5CEE-F911-4BFC-8B3D-E6ECAFDF913E}" destId="{A4237653-D64A-412B-9C5A-1C8C102452AC}" srcOrd="1" destOrd="0" parTransId="{52F7D5EC-45B5-4B59-BEA5-27F9720293B2}" sibTransId="{C85172B9-6B7C-4F9B-BC6E-247DA46B3212}"/>
    <dgm:cxn modelId="{740828EE-49DE-4FE4-923E-6466D46DECF2}" type="presOf" srcId="{41FC5CEE-F911-4BFC-8B3D-E6ECAFDF913E}" destId="{B745F1CF-3A06-448B-8BE4-D599493EA33E}" srcOrd="0" destOrd="0" presId="urn:microsoft.com/office/officeart/2005/8/layout/list1"/>
    <dgm:cxn modelId="{3BA4E476-1BD9-494D-B678-DE6E587B5143}" type="presParOf" srcId="{B745F1CF-3A06-448B-8BE4-D599493EA33E}" destId="{FBCAB500-9C84-476E-8636-6E496671BF58}" srcOrd="0" destOrd="0" presId="urn:microsoft.com/office/officeart/2005/8/layout/list1"/>
    <dgm:cxn modelId="{31ECD0FF-9DD4-449F-9758-55C7DE1524D2}" type="presParOf" srcId="{FBCAB500-9C84-476E-8636-6E496671BF58}" destId="{C3D57928-AFE6-4CFA-931C-94CA1FB3AF23}" srcOrd="0" destOrd="0" presId="urn:microsoft.com/office/officeart/2005/8/layout/list1"/>
    <dgm:cxn modelId="{B2DB1FF7-899F-41AF-ADA7-B665A00E324F}" type="presParOf" srcId="{FBCAB500-9C84-476E-8636-6E496671BF58}" destId="{F971BEB8-6215-4F9B-9788-AE2C879404A7}" srcOrd="1" destOrd="0" presId="urn:microsoft.com/office/officeart/2005/8/layout/list1"/>
    <dgm:cxn modelId="{D02F82F7-EFF1-4A67-9103-2766246304F6}" type="presParOf" srcId="{B745F1CF-3A06-448B-8BE4-D599493EA33E}" destId="{409D4CC6-68C5-41B1-A74E-38416EBC1466}" srcOrd="1" destOrd="0" presId="urn:microsoft.com/office/officeart/2005/8/layout/list1"/>
    <dgm:cxn modelId="{061B017D-F4C8-4531-AC76-F36C0D8FE4FA}" type="presParOf" srcId="{B745F1CF-3A06-448B-8BE4-D599493EA33E}" destId="{BD7C07F1-7DFD-43E2-A026-78007AC17167}" srcOrd="2" destOrd="0" presId="urn:microsoft.com/office/officeart/2005/8/layout/list1"/>
    <dgm:cxn modelId="{0B20E282-7F0F-4257-9BB5-7093715E6545}" type="presParOf" srcId="{B745F1CF-3A06-448B-8BE4-D599493EA33E}" destId="{C3375472-B8CB-4F00-BA0C-A9984CEE201F}" srcOrd="3" destOrd="0" presId="urn:microsoft.com/office/officeart/2005/8/layout/list1"/>
    <dgm:cxn modelId="{67740682-F828-42E1-BB95-604F5C8DC6AB}" type="presParOf" srcId="{B745F1CF-3A06-448B-8BE4-D599493EA33E}" destId="{18B3CAE1-36D4-4DA7-BA24-2DD7A77812C7}" srcOrd="4" destOrd="0" presId="urn:microsoft.com/office/officeart/2005/8/layout/list1"/>
    <dgm:cxn modelId="{6C42876B-9F93-4AF6-A514-1935FF90CFC9}" type="presParOf" srcId="{18B3CAE1-36D4-4DA7-BA24-2DD7A77812C7}" destId="{9BB65F79-B648-4F7E-85FD-4F9AD1AB00D3}" srcOrd="0" destOrd="0" presId="urn:microsoft.com/office/officeart/2005/8/layout/list1"/>
    <dgm:cxn modelId="{9BBFA6A2-92D2-49A2-AE24-63FEF2A53A76}" type="presParOf" srcId="{18B3CAE1-36D4-4DA7-BA24-2DD7A77812C7}" destId="{AE51EA9F-372B-4CF8-A98C-3EECA086FF5C}" srcOrd="1" destOrd="0" presId="urn:microsoft.com/office/officeart/2005/8/layout/list1"/>
    <dgm:cxn modelId="{6470C4DC-3CF8-4774-B32F-6FD97205C654}" type="presParOf" srcId="{B745F1CF-3A06-448B-8BE4-D599493EA33E}" destId="{1F1E12E8-B6B4-450D-A9BB-34C575EE914F}" srcOrd="5" destOrd="0" presId="urn:microsoft.com/office/officeart/2005/8/layout/list1"/>
    <dgm:cxn modelId="{2F6A9075-6B0B-4E70-8417-FF9D8730A268}" type="presParOf" srcId="{B745F1CF-3A06-448B-8BE4-D599493EA33E}" destId="{AF0E192B-62E0-498E-B184-2770C4D2DD2F}" srcOrd="6" destOrd="0" presId="urn:microsoft.com/office/officeart/2005/8/layout/list1"/>
    <dgm:cxn modelId="{02F03606-A6E0-48AC-BAC0-0569B31D7FB0}" type="presParOf" srcId="{B745F1CF-3A06-448B-8BE4-D599493EA33E}" destId="{F8C427B2-9CB0-4148-8D3F-CF29EBAF4651}" srcOrd="7" destOrd="0" presId="urn:microsoft.com/office/officeart/2005/8/layout/list1"/>
    <dgm:cxn modelId="{F1AF38E3-CA8C-4873-B5E6-E85AB91CCA5B}" type="presParOf" srcId="{B745F1CF-3A06-448B-8BE4-D599493EA33E}" destId="{84869712-03BF-48D6-96BB-D54580A45858}" srcOrd="8" destOrd="0" presId="urn:microsoft.com/office/officeart/2005/8/layout/list1"/>
    <dgm:cxn modelId="{23214DAD-8CB6-4960-8771-CBD8A3FEAE6A}" type="presParOf" srcId="{84869712-03BF-48D6-96BB-D54580A45858}" destId="{F3612090-2F83-4184-9D36-34C73E69B5B5}" srcOrd="0" destOrd="0" presId="urn:microsoft.com/office/officeart/2005/8/layout/list1"/>
    <dgm:cxn modelId="{03020410-9B82-4887-A843-77846556FCB4}" type="presParOf" srcId="{84869712-03BF-48D6-96BB-D54580A45858}" destId="{0E9F3CDB-1901-4B18-B204-4F01AB751C74}" srcOrd="1" destOrd="0" presId="urn:microsoft.com/office/officeart/2005/8/layout/list1"/>
    <dgm:cxn modelId="{6B4BE5CC-C612-48EE-BBA1-E7965A9BB5C0}" type="presParOf" srcId="{B745F1CF-3A06-448B-8BE4-D599493EA33E}" destId="{DC1538A8-01CC-4D08-9C80-A4596BC26A27}" srcOrd="9" destOrd="0" presId="urn:microsoft.com/office/officeart/2005/8/layout/list1"/>
    <dgm:cxn modelId="{B9D9817F-9EAF-43F8-BAFF-8EE480AFA0D6}" type="presParOf" srcId="{B745F1CF-3A06-448B-8BE4-D599493EA33E}" destId="{7862DB03-1D6E-46B5-BEAA-5EE9C0735B9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675540-3115-4C13-AC8D-2DC168BA233A}" type="doc">
      <dgm:prSet loTypeId="urn:microsoft.com/office/officeart/2008/layout/IncreasingCircleProcess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CL"/>
        </a:p>
      </dgm:t>
    </dgm:pt>
    <dgm:pt modelId="{30E901DF-1D3B-4C7A-A552-7673FFA35506}">
      <dgm:prSet phldrT="[Texto]" phldr="0" custT="1"/>
      <dgm:spPr/>
      <dgm:t>
        <a:bodyPr/>
        <a:lstStyle/>
        <a:p>
          <a:r>
            <a:rPr lang="es-CL" sz="2000" b="1" dirty="0">
              <a:latin typeface="Aptos Display" panose="020B0004020202020204" pitchFamily="34" charset="0"/>
            </a:rPr>
            <a:t>Publicación del concurso</a:t>
          </a:r>
        </a:p>
      </dgm:t>
    </dgm:pt>
    <dgm:pt modelId="{E3ECDC70-FF72-404C-8126-1A04B7425B3E}" type="parTrans" cxnId="{563395F6-BF11-45DA-99F8-5964CBBB3CDC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023A7271-4213-4767-8302-25DC19F5E3B1}" type="sibTrans" cxnId="{563395F6-BF11-45DA-99F8-5964CBBB3CDC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EA3F6E12-061E-4B9F-93CB-DA094E6481A5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En enero se presentarán las bases en la instancia de socialización.</a:t>
          </a:r>
        </a:p>
        <a:p>
          <a:r>
            <a:rPr lang="es-CL" sz="2000" dirty="0">
              <a:latin typeface="Aptos Display" panose="020B0004020202020204" pitchFamily="34" charset="0"/>
            </a:rPr>
            <a:t>Mailing a las facultades con el llamado a concurso.</a:t>
          </a:r>
        </a:p>
      </dgm:t>
    </dgm:pt>
    <dgm:pt modelId="{968FF49C-AF71-42C0-80F5-BC3B83100D01}" type="parTrans" cxnId="{87174947-4AD7-4C5D-9756-102C243A4C69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AA0D050D-32BA-4890-914A-C39DA9445291}" type="sibTrans" cxnId="{87174947-4AD7-4C5D-9756-102C243A4C69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405B423A-9F79-478B-A7DB-A2C51F6B1CDD}">
      <dgm:prSet phldrT="[Texto]" phldr="0" custT="1"/>
      <dgm:spPr/>
      <dgm:t>
        <a:bodyPr/>
        <a:lstStyle/>
        <a:p>
          <a:r>
            <a:rPr lang="es-CL" sz="2000" b="1" dirty="0">
              <a:latin typeface="Aptos Display" panose="020B0004020202020204" pitchFamily="34" charset="0"/>
            </a:rPr>
            <a:t>Revisión de las postulaciones</a:t>
          </a:r>
        </a:p>
      </dgm:t>
    </dgm:pt>
    <dgm:pt modelId="{BD6DC68E-ED77-46CE-AE74-5420E6170CA8}" type="parTrans" cxnId="{3C5E4FE5-25D8-4253-A866-2150136F27D6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596535E2-B205-431F-9A3B-FA60CD1203BD}" type="sibTrans" cxnId="{3C5E4FE5-25D8-4253-A866-2150136F27D6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C9140A78-6E64-452C-8ECD-5750F609F4D7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El plazo de postulación será hasta el 31 de marzo.</a:t>
          </a:r>
        </a:p>
        <a:p>
          <a:r>
            <a:rPr lang="es-CL" sz="2000" dirty="0">
              <a:latin typeface="Aptos Display" panose="020B0004020202020204" pitchFamily="34" charset="0"/>
            </a:rPr>
            <a:t>Durante la primera quincena de abril se evaluarán las postulaciones.</a:t>
          </a:r>
        </a:p>
      </dgm:t>
    </dgm:pt>
    <dgm:pt modelId="{D3EE4669-9393-444F-B935-6B3B303C0925}" type="parTrans" cxnId="{A6C5FA15-0D96-4DA7-8E08-6DB2C611E570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5D6E4F32-1813-485F-815B-E1FA70B5B488}" type="sibTrans" cxnId="{A6C5FA15-0D96-4DA7-8E08-6DB2C611E570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45EFBD81-8C4C-4DC8-A30A-9FEA9CFF2E2A}">
      <dgm:prSet phldrT="[Texto]" phldr="0" custT="1"/>
      <dgm:spPr/>
      <dgm:t>
        <a:bodyPr/>
        <a:lstStyle/>
        <a:p>
          <a:r>
            <a:rPr lang="es-CL" sz="2000" b="1" dirty="0">
              <a:latin typeface="Aptos Display" panose="020B0004020202020204" pitchFamily="34" charset="0"/>
            </a:rPr>
            <a:t>Adjudicación de las propuestas</a:t>
          </a:r>
        </a:p>
      </dgm:t>
    </dgm:pt>
    <dgm:pt modelId="{CCD57976-760F-41BB-9567-12FDE1316B23}" type="parTrans" cxnId="{066189B3-C664-4684-8CAB-11D9A769F81C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F26B6D99-8495-4AFC-8E3A-22CCF8446306}" type="sibTrans" cxnId="{066189B3-C664-4684-8CAB-11D9A769F81C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53C3A4BF-61DB-4435-B5DE-AFCBDB7E3742}">
      <dgm:prSet phldrT="[Texto]" phldr="0" custT="1"/>
      <dgm:spPr/>
      <dgm:t>
        <a:bodyPr/>
        <a:lstStyle/>
        <a:p>
          <a:r>
            <a:rPr lang="es-CL" sz="2000" dirty="0">
              <a:latin typeface="Aptos Display" panose="020B0004020202020204" pitchFamily="34" charset="0"/>
            </a:rPr>
            <a:t>En mayo se adjudicarán las propuestas.</a:t>
          </a:r>
        </a:p>
        <a:p>
          <a:r>
            <a:rPr lang="es-CL" sz="2000" dirty="0">
              <a:latin typeface="Aptos Display" panose="020B0004020202020204" pitchFamily="34" charset="0"/>
            </a:rPr>
            <a:t>Disposición de los recursos.</a:t>
          </a:r>
        </a:p>
      </dgm:t>
    </dgm:pt>
    <dgm:pt modelId="{5DA69510-BD67-4894-A891-5FFBC83DDF41}" type="parTrans" cxnId="{1B85FE7B-025B-4582-AF62-4F7B0884E7B8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CA0F015B-1F98-4BDA-8A02-52CA1B6ED939}" type="sibTrans" cxnId="{1B85FE7B-025B-4582-AF62-4F7B0884E7B8}">
      <dgm:prSet/>
      <dgm:spPr/>
      <dgm:t>
        <a:bodyPr/>
        <a:lstStyle/>
        <a:p>
          <a:endParaRPr lang="es-CL" sz="2000">
            <a:latin typeface="Aptos Display" panose="020B0004020202020204" pitchFamily="34" charset="0"/>
          </a:endParaRPr>
        </a:p>
      </dgm:t>
    </dgm:pt>
    <dgm:pt modelId="{AEC2BDD0-C562-4655-92B5-C6F69DF4F521}" type="pres">
      <dgm:prSet presAssocID="{D1675540-3115-4C13-AC8D-2DC168BA233A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BB6A5989-D35E-4D7A-BB54-613C358E5863}" type="pres">
      <dgm:prSet presAssocID="{30E901DF-1D3B-4C7A-A552-7673FFA35506}" presName="composite" presStyleCnt="0"/>
      <dgm:spPr/>
    </dgm:pt>
    <dgm:pt modelId="{D7B2D3DC-014D-4E20-9A95-7AC04D26892D}" type="pres">
      <dgm:prSet presAssocID="{30E901DF-1D3B-4C7A-A552-7673FFA35506}" presName="BackAccent" presStyleLbl="bgShp" presStyleIdx="0" presStyleCnt="3"/>
      <dgm:spPr/>
    </dgm:pt>
    <dgm:pt modelId="{37B1A982-8279-4614-B67E-C79787856B1E}" type="pres">
      <dgm:prSet presAssocID="{30E901DF-1D3B-4C7A-A552-7673FFA35506}" presName="Accent" presStyleLbl="alignNode1" presStyleIdx="0" presStyleCnt="3"/>
      <dgm:spPr/>
    </dgm:pt>
    <dgm:pt modelId="{3C362633-AB76-488E-A02B-0B9B0E6906F8}" type="pres">
      <dgm:prSet presAssocID="{30E901DF-1D3B-4C7A-A552-7673FFA35506}" presName="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47DA4D65-5CEF-41B2-96D1-110969033551}" type="pres">
      <dgm:prSet presAssocID="{30E901DF-1D3B-4C7A-A552-7673FFA35506}" presName="Parent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F2D3EBA2-BCCD-4503-9D9B-074E23D91952}" type="pres">
      <dgm:prSet presAssocID="{023A7271-4213-4767-8302-25DC19F5E3B1}" presName="sibTrans" presStyleCnt="0"/>
      <dgm:spPr/>
    </dgm:pt>
    <dgm:pt modelId="{DD6228DE-A5DE-4148-A76F-43F94AAD630D}" type="pres">
      <dgm:prSet presAssocID="{405B423A-9F79-478B-A7DB-A2C51F6B1CDD}" presName="composite" presStyleCnt="0"/>
      <dgm:spPr/>
    </dgm:pt>
    <dgm:pt modelId="{5F045AE6-10B4-4443-8FF7-29E6BAB6DFFD}" type="pres">
      <dgm:prSet presAssocID="{405B423A-9F79-478B-A7DB-A2C51F6B1CDD}" presName="BackAccent" presStyleLbl="bgShp" presStyleIdx="1" presStyleCnt="3"/>
      <dgm:spPr/>
    </dgm:pt>
    <dgm:pt modelId="{7085971D-BE94-474B-BC6A-66D8220DAD70}" type="pres">
      <dgm:prSet presAssocID="{405B423A-9F79-478B-A7DB-A2C51F6B1CDD}" presName="Accent" presStyleLbl="alignNode1" presStyleIdx="1" presStyleCnt="3"/>
      <dgm:spPr/>
    </dgm:pt>
    <dgm:pt modelId="{6D58DAB7-EB91-4C78-864F-29BB350241E6}" type="pres">
      <dgm:prSet presAssocID="{405B423A-9F79-478B-A7DB-A2C51F6B1CDD}" presName="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C0E52F3B-E193-43F7-A05A-DC553910AC63}" type="pres">
      <dgm:prSet presAssocID="{405B423A-9F79-478B-A7DB-A2C51F6B1CDD}" presName="Parent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CF54AE17-3406-4C2E-9E47-1CE9B6AEDD41}" type="pres">
      <dgm:prSet presAssocID="{596535E2-B205-431F-9A3B-FA60CD1203BD}" presName="sibTrans" presStyleCnt="0"/>
      <dgm:spPr/>
    </dgm:pt>
    <dgm:pt modelId="{D7AC0913-1007-4FA3-95D6-60EDCBDF9D60}" type="pres">
      <dgm:prSet presAssocID="{45EFBD81-8C4C-4DC8-A30A-9FEA9CFF2E2A}" presName="composite" presStyleCnt="0"/>
      <dgm:spPr/>
    </dgm:pt>
    <dgm:pt modelId="{8263962F-1F19-4663-AE94-77CF2B8CDF8E}" type="pres">
      <dgm:prSet presAssocID="{45EFBD81-8C4C-4DC8-A30A-9FEA9CFF2E2A}" presName="BackAccent" presStyleLbl="bgShp" presStyleIdx="2" presStyleCnt="3"/>
      <dgm:spPr/>
    </dgm:pt>
    <dgm:pt modelId="{25262C29-0966-488C-BB87-CE06FA5B28CC}" type="pres">
      <dgm:prSet presAssocID="{45EFBD81-8C4C-4DC8-A30A-9FEA9CFF2E2A}" presName="Accent" presStyleLbl="alignNode1" presStyleIdx="2" presStyleCnt="3"/>
      <dgm:spPr/>
    </dgm:pt>
    <dgm:pt modelId="{1CBC0593-A6E9-4DF3-9C3E-5306A9B9DA41}" type="pres">
      <dgm:prSet presAssocID="{45EFBD81-8C4C-4DC8-A30A-9FEA9CFF2E2A}" presName="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D978AEFD-60F8-423E-AABA-6C5561D038ED}" type="pres">
      <dgm:prSet presAssocID="{45EFBD81-8C4C-4DC8-A30A-9FEA9CFF2E2A}" presName="Parent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A6C5FA15-0D96-4DA7-8E08-6DB2C611E570}" srcId="{405B423A-9F79-478B-A7DB-A2C51F6B1CDD}" destId="{C9140A78-6E64-452C-8ECD-5750F609F4D7}" srcOrd="0" destOrd="0" parTransId="{D3EE4669-9393-444F-B935-6B3B303C0925}" sibTransId="{5D6E4F32-1813-485F-815B-E1FA70B5B488}"/>
    <dgm:cxn modelId="{867A745D-4918-44D2-81FE-2D1AA83A1F5A}" type="presOf" srcId="{45EFBD81-8C4C-4DC8-A30A-9FEA9CFF2E2A}" destId="{D978AEFD-60F8-423E-AABA-6C5561D038ED}" srcOrd="0" destOrd="0" presId="urn:microsoft.com/office/officeart/2008/layout/IncreasingCircleProcess"/>
    <dgm:cxn modelId="{87174947-4AD7-4C5D-9756-102C243A4C69}" srcId="{30E901DF-1D3B-4C7A-A552-7673FFA35506}" destId="{EA3F6E12-061E-4B9F-93CB-DA094E6481A5}" srcOrd="0" destOrd="0" parTransId="{968FF49C-AF71-42C0-80F5-BC3B83100D01}" sibTransId="{AA0D050D-32BA-4890-914A-C39DA9445291}"/>
    <dgm:cxn modelId="{CC5BF550-140F-4CFF-9D1F-A7EDB942346A}" type="presOf" srcId="{53C3A4BF-61DB-4435-B5DE-AFCBDB7E3742}" destId="{1CBC0593-A6E9-4DF3-9C3E-5306A9B9DA41}" srcOrd="0" destOrd="0" presId="urn:microsoft.com/office/officeart/2008/layout/IncreasingCircleProcess"/>
    <dgm:cxn modelId="{76421673-164B-4BB3-BBD4-1D4DF83A2AF1}" type="presOf" srcId="{30E901DF-1D3B-4C7A-A552-7673FFA35506}" destId="{47DA4D65-5CEF-41B2-96D1-110969033551}" srcOrd="0" destOrd="0" presId="urn:microsoft.com/office/officeart/2008/layout/IncreasingCircleProcess"/>
    <dgm:cxn modelId="{1B85FE7B-025B-4582-AF62-4F7B0884E7B8}" srcId="{45EFBD81-8C4C-4DC8-A30A-9FEA9CFF2E2A}" destId="{53C3A4BF-61DB-4435-B5DE-AFCBDB7E3742}" srcOrd="0" destOrd="0" parTransId="{5DA69510-BD67-4894-A891-5FFBC83DDF41}" sibTransId="{CA0F015B-1F98-4BDA-8A02-52CA1B6ED939}"/>
    <dgm:cxn modelId="{CB4259A2-5899-487F-ACA4-206C3DA57C8C}" type="presOf" srcId="{405B423A-9F79-478B-A7DB-A2C51F6B1CDD}" destId="{C0E52F3B-E193-43F7-A05A-DC553910AC63}" srcOrd="0" destOrd="0" presId="urn:microsoft.com/office/officeart/2008/layout/IncreasingCircleProcess"/>
    <dgm:cxn modelId="{516D0EAA-92AE-47F1-A173-1DFEAFBABC97}" type="presOf" srcId="{EA3F6E12-061E-4B9F-93CB-DA094E6481A5}" destId="{3C362633-AB76-488E-A02B-0B9B0E6906F8}" srcOrd="0" destOrd="0" presId="urn:microsoft.com/office/officeart/2008/layout/IncreasingCircleProcess"/>
    <dgm:cxn modelId="{066189B3-C664-4684-8CAB-11D9A769F81C}" srcId="{D1675540-3115-4C13-AC8D-2DC168BA233A}" destId="{45EFBD81-8C4C-4DC8-A30A-9FEA9CFF2E2A}" srcOrd="2" destOrd="0" parTransId="{CCD57976-760F-41BB-9567-12FDE1316B23}" sibTransId="{F26B6D99-8495-4AFC-8E3A-22CCF8446306}"/>
    <dgm:cxn modelId="{483BF8D4-B1F2-4D0E-9F67-08E5452B4477}" type="presOf" srcId="{C9140A78-6E64-452C-8ECD-5750F609F4D7}" destId="{6D58DAB7-EB91-4C78-864F-29BB350241E6}" srcOrd="0" destOrd="0" presId="urn:microsoft.com/office/officeart/2008/layout/IncreasingCircleProcess"/>
    <dgm:cxn modelId="{10F026DE-BA3D-4919-A3F2-E41C988857FF}" type="presOf" srcId="{D1675540-3115-4C13-AC8D-2DC168BA233A}" destId="{AEC2BDD0-C562-4655-92B5-C6F69DF4F521}" srcOrd="0" destOrd="0" presId="urn:microsoft.com/office/officeart/2008/layout/IncreasingCircleProcess"/>
    <dgm:cxn modelId="{3C5E4FE5-25D8-4253-A866-2150136F27D6}" srcId="{D1675540-3115-4C13-AC8D-2DC168BA233A}" destId="{405B423A-9F79-478B-A7DB-A2C51F6B1CDD}" srcOrd="1" destOrd="0" parTransId="{BD6DC68E-ED77-46CE-AE74-5420E6170CA8}" sibTransId="{596535E2-B205-431F-9A3B-FA60CD1203BD}"/>
    <dgm:cxn modelId="{563395F6-BF11-45DA-99F8-5964CBBB3CDC}" srcId="{D1675540-3115-4C13-AC8D-2DC168BA233A}" destId="{30E901DF-1D3B-4C7A-A552-7673FFA35506}" srcOrd="0" destOrd="0" parTransId="{E3ECDC70-FF72-404C-8126-1A04B7425B3E}" sibTransId="{023A7271-4213-4767-8302-25DC19F5E3B1}"/>
    <dgm:cxn modelId="{66F8F6CD-F48E-43FD-86FD-A0FCAF97362C}" type="presParOf" srcId="{AEC2BDD0-C562-4655-92B5-C6F69DF4F521}" destId="{BB6A5989-D35E-4D7A-BB54-613C358E5863}" srcOrd="0" destOrd="0" presId="urn:microsoft.com/office/officeart/2008/layout/IncreasingCircleProcess"/>
    <dgm:cxn modelId="{B339969E-DF06-4644-99B4-0FB9126CBC04}" type="presParOf" srcId="{BB6A5989-D35E-4D7A-BB54-613C358E5863}" destId="{D7B2D3DC-014D-4E20-9A95-7AC04D26892D}" srcOrd="0" destOrd="0" presId="urn:microsoft.com/office/officeart/2008/layout/IncreasingCircleProcess"/>
    <dgm:cxn modelId="{B1A03392-524A-4F18-8D20-42EE91655840}" type="presParOf" srcId="{BB6A5989-D35E-4D7A-BB54-613C358E5863}" destId="{37B1A982-8279-4614-B67E-C79787856B1E}" srcOrd="1" destOrd="0" presId="urn:microsoft.com/office/officeart/2008/layout/IncreasingCircleProcess"/>
    <dgm:cxn modelId="{A38F5597-9DBD-4F73-AA01-BB9ED7346F24}" type="presParOf" srcId="{BB6A5989-D35E-4D7A-BB54-613C358E5863}" destId="{3C362633-AB76-488E-A02B-0B9B0E6906F8}" srcOrd="2" destOrd="0" presId="urn:microsoft.com/office/officeart/2008/layout/IncreasingCircleProcess"/>
    <dgm:cxn modelId="{F100A7BD-D516-4807-A8A5-F456D82B8636}" type="presParOf" srcId="{BB6A5989-D35E-4D7A-BB54-613C358E5863}" destId="{47DA4D65-5CEF-41B2-96D1-110969033551}" srcOrd="3" destOrd="0" presId="urn:microsoft.com/office/officeart/2008/layout/IncreasingCircleProcess"/>
    <dgm:cxn modelId="{7415FC87-5F9B-4CF0-8DCC-8C73F24EDD05}" type="presParOf" srcId="{AEC2BDD0-C562-4655-92B5-C6F69DF4F521}" destId="{F2D3EBA2-BCCD-4503-9D9B-074E23D91952}" srcOrd="1" destOrd="0" presId="urn:microsoft.com/office/officeart/2008/layout/IncreasingCircleProcess"/>
    <dgm:cxn modelId="{97708D79-30C1-4DFB-B157-C74BEBAC02FE}" type="presParOf" srcId="{AEC2BDD0-C562-4655-92B5-C6F69DF4F521}" destId="{DD6228DE-A5DE-4148-A76F-43F94AAD630D}" srcOrd="2" destOrd="0" presId="urn:microsoft.com/office/officeart/2008/layout/IncreasingCircleProcess"/>
    <dgm:cxn modelId="{FCFB72AA-194F-4A59-853A-ACD28DCE1B3A}" type="presParOf" srcId="{DD6228DE-A5DE-4148-A76F-43F94AAD630D}" destId="{5F045AE6-10B4-4443-8FF7-29E6BAB6DFFD}" srcOrd="0" destOrd="0" presId="urn:microsoft.com/office/officeart/2008/layout/IncreasingCircleProcess"/>
    <dgm:cxn modelId="{D6C85C5E-3979-411C-B037-997C4D481757}" type="presParOf" srcId="{DD6228DE-A5DE-4148-A76F-43F94AAD630D}" destId="{7085971D-BE94-474B-BC6A-66D8220DAD70}" srcOrd="1" destOrd="0" presId="urn:microsoft.com/office/officeart/2008/layout/IncreasingCircleProcess"/>
    <dgm:cxn modelId="{CC7B729D-B764-4075-A9FB-11E25BEF9AAC}" type="presParOf" srcId="{DD6228DE-A5DE-4148-A76F-43F94AAD630D}" destId="{6D58DAB7-EB91-4C78-864F-29BB350241E6}" srcOrd="2" destOrd="0" presId="urn:microsoft.com/office/officeart/2008/layout/IncreasingCircleProcess"/>
    <dgm:cxn modelId="{A8160DA8-9684-430A-A2F9-4AD3BC4DC95C}" type="presParOf" srcId="{DD6228DE-A5DE-4148-A76F-43F94AAD630D}" destId="{C0E52F3B-E193-43F7-A05A-DC553910AC63}" srcOrd="3" destOrd="0" presId="urn:microsoft.com/office/officeart/2008/layout/IncreasingCircleProcess"/>
    <dgm:cxn modelId="{F4901935-3068-44F0-8E51-8C6C0C8A4358}" type="presParOf" srcId="{AEC2BDD0-C562-4655-92B5-C6F69DF4F521}" destId="{CF54AE17-3406-4C2E-9E47-1CE9B6AEDD41}" srcOrd="3" destOrd="0" presId="urn:microsoft.com/office/officeart/2008/layout/IncreasingCircleProcess"/>
    <dgm:cxn modelId="{BAAE42FB-CA79-4DF6-A9E5-45FAA01CC75E}" type="presParOf" srcId="{AEC2BDD0-C562-4655-92B5-C6F69DF4F521}" destId="{D7AC0913-1007-4FA3-95D6-60EDCBDF9D60}" srcOrd="4" destOrd="0" presId="urn:microsoft.com/office/officeart/2008/layout/IncreasingCircleProcess"/>
    <dgm:cxn modelId="{FF6463C2-3B3E-48F0-84D2-72F8A3033822}" type="presParOf" srcId="{D7AC0913-1007-4FA3-95D6-60EDCBDF9D60}" destId="{8263962F-1F19-4663-AE94-77CF2B8CDF8E}" srcOrd="0" destOrd="0" presId="urn:microsoft.com/office/officeart/2008/layout/IncreasingCircleProcess"/>
    <dgm:cxn modelId="{A7605FAE-B580-4A3B-BBE2-FA848286A6ED}" type="presParOf" srcId="{D7AC0913-1007-4FA3-95D6-60EDCBDF9D60}" destId="{25262C29-0966-488C-BB87-CE06FA5B28CC}" srcOrd="1" destOrd="0" presId="urn:microsoft.com/office/officeart/2008/layout/IncreasingCircleProcess"/>
    <dgm:cxn modelId="{D00CE367-FF3F-48D1-A2DA-1B43461A44D5}" type="presParOf" srcId="{D7AC0913-1007-4FA3-95D6-60EDCBDF9D60}" destId="{1CBC0593-A6E9-4DF3-9C3E-5306A9B9DA41}" srcOrd="2" destOrd="0" presId="urn:microsoft.com/office/officeart/2008/layout/IncreasingCircleProcess"/>
    <dgm:cxn modelId="{B4673921-D664-48C2-9E10-944C3DC45421}" type="presParOf" srcId="{D7AC0913-1007-4FA3-95D6-60EDCBDF9D60}" destId="{D978AEFD-60F8-423E-AABA-6C5561D038E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57887F5-7EF6-4A2A-A4D9-05ADC1AE58D4}" type="doc">
      <dgm:prSet loTypeId="urn:microsoft.com/office/officeart/2008/layout/LinedList" loCatId="list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s-CL"/>
        </a:p>
      </dgm:t>
    </dgm:pt>
    <dgm:pt modelId="{F80A697E-3696-45D5-8504-0259ED20216A}">
      <dgm:prSet phldrT="[Texto]" phldr="0" custT="1"/>
      <dgm:spPr/>
      <dgm:t>
        <a:bodyPr/>
        <a:lstStyle/>
        <a:p>
          <a:r>
            <a:rPr lang="es-CL" sz="2000" b="1" dirty="0">
              <a:latin typeface="Aptos Narrow" panose="020B0004020202020204" pitchFamily="34" charset="0"/>
            </a:rPr>
            <a:t>Indicadores sobre vinculación de la investigación con la docencia de pregrado</a:t>
          </a:r>
        </a:p>
      </dgm:t>
    </dgm:pt>
    <dgm:pt modelId="{CCB247E6-8133-4335-8ADB-5C14050DA1B4}" type="parTrans" cxnId="{D03B4DA9-C578-44EC-8136-6B78FDF16A2E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034D6892-F7FF-48B7-8BCE-EA1E84191810}" type="sibTrans" cxnId="{D03B4DA9-C578-44EC-8136-6B78FDF16A2E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83A2CBD8-55CE-4661-8F0A-75ED6847EDCD}">
      <dgm:prSet phldrT="[Texto]" phldr="0" custT="1"/>
      <dgm:spPr/>
      <dgm:t>
        <a:bodyPr/>
        <a:lstStyle/>
        <a:p>
          <a:pPr algn="just"/>
          <a:r>
            <a:rPr lang="es-CL" sz="2000" dirty="0">
              <a:latin typeface="Aptos Narrow" panose="020B0004020202020204" pitchFamily="34" charset="0"/>
            </a:rPr>
            <a:t>Porcentaje de satisfacción de académicos y/o estudiantes consultados sobre la vinculación actual de la investigación con programas de pregrado, y su articulación existentes con programas de postgrado.</a:t>
          </a:r>
        </a:p>
      </dgm:t>
    </dgm:pt>
    <dgm:pt modelId="{450463A0-A1B1-4D58-A4F5-5A0D5A0B4ADF}" type="parTrans" cxnId="{00B0417B-2E67-4665-85D6-B53F8E1BDC73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69A6CA5D-04A2-4B85-A90B-F75A4C2AFABE}" type="sibTrans" cxnId="{00B0417B-2E67-4665-85D6-B53F8E1BDC73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20CB174E-8477-424F-BA60-740F5818BEF6}">
      <dgm:prSet phldrT="[Texto]" phldr="0" custT="1"/>
      <dgm:spPr/>
      <dgm:t>
        <a:bodyPr/>
        <a:lstStyle/>
        <a:p>
          <a:pPr algn="just"/>
          <a:r>
            <a:rPr lang="es-CL" sz="2000" dirty="0">
              <a:latin typeface="Aptos Narrow" panose="020B0004020202020204" pitchFamily="34" charset="0"/>
            </a:rPr>
            <a:t>Porcentaje de acciones de vinculación entre investigación y docencia de pregrado.</a:t>
          </a:r>
        </a:p>
      </dgm:t>
    </dgm:pt>
    <dgm:pt modelId="{574FD53D-D3FB-4D49-BED2-80B5FA815787}" type="parTrans" cxnId="{0C72C4EE-CFDD-47E5-AA04-696247A1F109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01365480-DCE7-45FB-ACCD-E7571684F12C}" type="sibTrans" cxnId="{0C72C4EE-CFDD-47E5-AA04-696247A1F109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7D2A5A2A-A521-4CF0-9308-D4BC67BB39DE}">
      <dgm:prSet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Porcentaje de asignaturas disciplinarias que evidencien vinculación entre investigación y docencia de pregrado.</a:t>
          </a:r>
          <a:r>
            <a:rPr lang="es-CL" sz="1800" dirty="0">
              <a:latin typeface="Aptos Narrow" panose="020B0004020202020204" pitchFamily="34" charset="0"/>
            </a:rPr>
            <a:t> </a:t>
          </a:r>
          <a:endParaRPr lang="es-CL" sz="4600" dirty="0">
            <a:latin typeface="Aptos Narrow" panose="020B0004020202020204" pitchFamily="34" charset="0"/>
          </a:endParaRPr>
        </a:p>
      </dgm:t>
    </dgm:pt>
    <dgm:pt modelId="{8629E0F2-2D88-49B8-9135-681CCC866F9C}" type="parTrans" cxnId="{39EA7D67-DC8A-4A4D-82C1-BD0B6E6169FC}">
      <dgm:prSet/>
      <dgm:spPr/>
      <dgm:t>
        <a:bodyPr/>
        <a:lstStyle/>
        <a:p>
          <a:endParaRPr lang="es-CL"/>
        </a:p>
      </dgm:t>
    </dgm:pt>
    <dgm:pt modelId="{669A9CE9-C6F6-4A4C-BF3D-7D89855E5F6E}" type="sibTrans" cxnId="{39EA7D67-DC8A-4A4D-82C1-BD0B6E6169FC}">
      <dgm:prSet/>
      <dgm:spPr/>
      <dgm:t>
        <a:bodyPr/>
        <a:lstStyle/>
        <a:p>
          <a:endParaRPr lang="es-CL"/>
        </a:p>
      </dgm:t>
    </dgm:pt>
    <dgm:pt modelId="{B280B1E0-9F0E-4976-982C-48BE4CF50215}" type="pres">
      <dgm:prSet presAssocID="{357887F5-7EF6-4A2A-A4D9-05ADC1AE58D4}" presName="vert0" presStyleCnt="0">
        <dgm:presLayoutVars>
          <dgm:dir/>
          <dgm:animOne val="branch"/>
          <dgm:animLvl val="lvl"/>
        </dgm:presLayoutVars>
      </dgm:prSet>
      <dgm:spPr/>
    </dgm:pt>
    <dgm:pt modelId="{BECF755A-B428-4A78-A1EE-8599109D2F3C}" type="pres">
      <dgm:prSet presAssocID="{F80A697E-3696-45D5-8504-0259ED20216A}" presName="thickLine" presStyleLbl="alignNode1" presStyleIdx="0" presStyleCnt="1"/>
      <dgm:spPr/>
    </dgm:pt>
    <dgm:pt modelId="{9944D0ED-C315-4666-B804-6ACFE8999775}" type="pres">
      <dgm:prSet presAssocID="{F80A697E-3696-45D5-8504-0259ED20216A}" presName="horz1" presStyleCnt="0"/>
      <dgm:spPr/>
    </dgm:pt>
    <dgm:pt modelId="{8F189C57-F09B-4409-A47A-D8E59F1B73CE}" type="pres">
      <dgm:prSet presAssocID="{F80A697E-3696-45D5-8504-0259ED20216A}" presName="tx1" presStyleLbl="revTx" presStyleIdx="0" presStyleCnt="4"/>
      <dgm:spPr/>
    </dgm:pt>
    <dgm:pt modelId="{17A8655E-3AE1-426D-A335-BD5F254FC2C0}" type="pres">
      <dgm:prSet presAssocID="{F80A697E-3696-45D5-8504-0259ED20216A}" presName="vert1" presStyleCnt="0"/>
      <dgm:spPr/>
    </dgm:pt>
    <dgm:pt modelId="{BCA6507C-8BE0-4D47-8FCA-0487B7C39D86}" type="pres">
      <dgm:prSet presAssocID="{83A2CBD8-55CE-4661-8F0A-75ED6847EDCD}" presName="vertSpace2a" presStyleCnt="0"/>
      <dgm:spPr/>
    </dgm:pt>
    <dgm:pt modelId="{26AFDE38-50C9-4689-A527-819F98BBA503}" type="pres">
      <dgm:prSet presAssocID="{83A2CBD8-55CE-4661-8F0A-75ED6847EDCD}" presName="horz2" presStyleCnt="0"/>
      <dgm:spPr/>
    </dgm:pt>
    <dgm:pt modelId="{41C90418-D2C3-408A-A038-ED777FB80DD2}" type="pres">
      <dgm:prSet presAssocID="{83A2CBD8-55CE-4661-8F0A-75ED6847EDCD}" presName="horzSpace2" presStyleCnt="0"/>
      <dgm:spPr/>
    </dgm:pt>
    <dgm:pt modelId="{64BC9F2E-C4FB-4350-A134-7496D3916A76}" type="pres">
      <dgm:prSet presAssocID="{83A2CBD8-55CE-4661-8F0A-75ED6847EDCD}" presName="tx2" presStyleLbl="revTx" presStyleIdx="1" presStyleCnt="4" custScaleY="32368" custLinFactNeighborY="-3780"/>
      <dgm:spPr/>
    </dgm:pt>
    <dgm:pt modelId="{C805BC0A-4629-4730-9A41-5FC8152F3B24}" type="pres">
      <dgm:prSet presAssocID="{83A2CBD8-55CE-4661-8F0A-75ED6847EDCD}" presName="vert2" presStyleCnt="0"/>
      <dgm:spPr/>
    </dgm:pt>
    <dgm:pt modelId="{EBFB8C3E-53BF-48C0-9131-0798D6D7864D}" type="pres">
      <dgm:prSet presAssocID="{83A2CBD8-55CE-4661-8F0A-75ED6847EDCD}" presName="thinLine2b" presStyleLbl="callout" presStyleIdx="0" presStyleCnt="3"/>
      <dgm:spPr/>
    </dgm:pt>
    <dgm:pt modelId="{8B6C32DA-80B2-437A-A13D-15F117DA83D4}" type="pres">
      <dgm:prSet presAssocID="{83A2CBD8-55CE-4661-8F0A-75ED6847EDCD}" presName="vertSpace2b" presStyleCnt="0"/>
      <dgm:spPr/>
    </dgm:pt>
    <dgm:pt modelId="{96D43FF8-3308-450D-B61A-52E0949A36D4}" type="pres">
      <dgm:prSet presAssocID="{20CB174E-8477-424F-BA60-740F5818BEF6}" presName="horz2" presStyleCnt="0"/>
      <dgm:spPr/>
    </dgm:pt>
    <dgm:pt modelId="{409448AC-D922-40EC-8491-D715C84C9E98}" type="pres">
      <dgm:prSet presAssocID="{20CB174E-8477-424F-BA60-740F5818BEF6}" presName="horzSpace2" presStyleCnt="0"/>
      <dgm:spPr/>
    </dgm:pt>
    <dgm:pt modelId="{D32C5177-AF3B-41A9-BA98-9F214F2AF9A2}" type="pres">
      <dgm:prSet presAssocID="{20CB174E-8477-424F-BA60-740F5818BEF6}" presName="tx2" presStyleLbl="revTx" presStyleIdx="2" presStyleCnt="4" custScaleY="18191" custLinFactNeighborY="-1480"/>
      <dgm:spPr/>
    </dgm:pt>
    <dgm:pt modelId="{87907608-B1DF-43D0-BD9E-473F5FFB2F1F}" type="pres">
      <dgm:prSet presAssocID="{20CB174E-8477-424F-BA60-740F5818BEF6}" presName="vert2" presStyleCnt="0"/>
      <dgm:spPr/>
    </dgm:pt>
    <dgm:pt modelId="{83A6B08A-2EE9-44EB-9148-B593B4A6D4C2}" type="pres">
      <dgm:prSet presAssocID="{20CB174E-8477-424F-BA60-740F5818BEF6}" presName="thinLine2b" presStyleLbl="callout" presStyleIdx="1" presStyleCnt="3"/>
      <dgm:spPr/>
    </dgm:pt>
    <dgm:pt modelId="{84679061-90ED-403F-8EB9-71F68BD44F10}" type="pres">
      <dgm:prSet presAssocID="{20CB174E-8477-424F-BA60-740F5818BEF6}" presName="vertSpace2b" presStyleCnt="0"/>
      <dgm:spPr/>
    </dgm:pt>
    <dgm:pt modelId="{75AA242C-FFAA-4275-B2C2-655358A9EE5C}" type="pres">
      <dgm:prSet presAssocID="{7D2A5A2A-A521-4CF0-9308-D4BC67BB39DE}" presName="horz2" presStyleCnt="0"/>
      <dgm:spPr/>
    </dgm:pt>
    <dgm:pt modelId="{AD835CC1-FC68-437A-BEA8-9CCD55C824BF}" type="pres">
      <dgm:prSet presAssocID="{7D2A5A2A-A521-4CF0-9308-D4BC67BB39DE}" presName="horzSpace2" presStyleCnt="0"/>
      <dgm:spPr/>
    </dgm:pt>
    <dgm:pt modelId="{6C2CF0EC-2F20-41D4-848E-AC9AFEC62E28}" type="pres">
      <dgm:prSet presAssocID="{7D2A5A2A-A521-4CF0-9308-D4BC67BB39DE}" presName="tx2" presStyleLbl="revTx" presStyleIdx="3" presStyleCnt="4" custScaleY="18337" custLinFactNeighborY="-3051"/>
      <dgm:spPr/>
    </dgm:pt>
    <dgm:pt modelId="{1A4D986C-EFAF-4887-9811-B6BB23B264FC}" type="pres">
      <dgm:prSet presAssocID="{7D2A5A2A-A521-4CF0-9308-D4BC67BB39DE}" presName="vert2" presStyleCnt="0"/>
      <dgm:spPr/>
    </dgm:pt>
    <dgm:pt modelId="{2B020F14-591C-4054-8115-F0A300475B8B}" type="pres">
      <dgm:prSet presAssocID="{7D2A5A2A-A521-4CF0-9308-D4BC67BB39DE}" presName="thinLine2b" presStyleLbl="callout" presStyleIdx="2" presStyleCnt="3"/>
      <dgm:spPr/>
    </dgm:pt>
    <dgm:pt modelId="{5ACB836A-90BD-4343-A622-9A98AD1E648F}" type="pres">
      <dgm:prSet presAssocID="{7D2A5A2A-A521-4CF0-9308-D4BC67BB39DE}" presName="vertSpace2b" presStyleCnt="0"/>
      <dgm:spPr/>
    </dgm:pt>
  </dgm:ptLst>
  <dgm:cxnLst>
    <dgm:cxn modelId="{AEEEE722-F82F-4E59-B7B2-415530DE68C4}" type="presOf" srcId="{357887F5-7EF6-4A2A-A4D9-05ADC1AE58D4}" destId="{B280B1E0-9F0E-4976-982C-48BE4CF50215}" srcOrd="0" destOrd="0" presId="urn:microsoft.com/office/officeart/2008/layout/LinedList"/>
    <dgm:cxn modelId="{39EA7D67-DC8A-4A4D-82C1-BD0B6E6169FC}" srcId="{F80A697E-3696-45D5-8504-0259ED20216A}" destId="{7D2A5A2A-A521-4CF0-9308-D4BC67BB39DE}" srcOrd="2" destOrd="0" parTransId="{8629E0F2-2D88-49B8-9135-681CCC866F9C}" sibTransId="{669A9CE9-C6F6-4A4C-BF3D-7D89855E5F6E}"/>
    <dgm:cxn modelId="{97E6BC4D-316C-429A-A2A3-4364293571B0}" type="presOf" srcId="{20CB174E-8477-424F-BA60-740F5818BEF6}" destId="{D32C5177-AF3B-41A9-BA98-9F214F2AF9A2}" srcOrd="0" destOrd="0" presId="urn:microsoft.com/office/officeart/2008/layout/LinedList"/>
    <dgm:cxn modelId="{00B0417B-2E67-4665-85D6-B53F8E1BDC73}" srcId="{F80A697E-3696-45D5-8504-0259ED20216A}" destId="{83A2CBD8-55CE-4661-8F0A-75ED6847EDCD}" srcOrd="0" destOrd="0" parTransId="{450463A0-A1B1-4D58-A4F5-5A0D5A0B4ADF}" sibTransId="{69A6CA5D-04A2-4B85-A90B-F75A4C2AFABE}"/>
    <dgm:cxn modelId="{C6235490-8F37-412D-B85E-98C7CEAC2081}" type="presOf" srcId="{7D2A5A2A-A521-4CF0-9308-D4BC67BB39DE}" destId="{6C2CF0EC-2F20-41D4-848E-AC9AFEC62E28}" srcOrd="0" destOrd="0" presId="urn:microsoft.com/office/officeart/2008/layout/LinedList"/>
    <dgm:cxn modelId="{D03B4DA9-C578-44EC-8136-6B78FDF16A2E}" srcId="{357887F5-7EF6-4A2A-A4D9-05ADC1AE58D4}" destId="{F80A697E-3696-45D5-8504-0259ED20216A}" srcOrd="0" destOrd="0" parTransId="{CCB247E6-8133-4335-8ADB-5C14050DA1B4}" sibTransId="{034D6892-F7FF-48B7-8BCE-EA1E84191810}"/>
    <dgm:cxn modelId="{9081F8D7-71B1-4309-8EDE-96B7F2245C4C}" type="presOf" srcId="{83A2CBD8-55CE-4661-8F0A-75ED6847EDCD}" destId="{64BC9F2E-C4FB-4350-A134-7496D3916A76}" srcOrd="0" destOrd="0" presId="urn:microsoft.com/office/officeart/2008/layout/LinedList"/>
    <dgm:cxn modelId="{0C72C4EE-CFDD-47E5-AA04-696247A1F109}" srcId="{F80A697E-3696-45D5-8504-0259ED20216A}" destId="{20CB174E-8477-424F-BA60-740F5818BEF6}" srcOrd="1" destOrd="0" parTransId="{574FD53D-D3FB-4D49-BED2-80B5FA815787}" sibTransId="{01365480-DCE7-45FB-ACCD-E7571684F12C}"/>
    <dgm:cxn modelId="{990B5BF5-7F50-4FC6-A430-3A1D8B12498E}" type="presOf" srcId="{F80A697E-3696-45D5-8504-0259ED20216A}" destId="{8F189C57-F09B-4409-A47A-D8E59F1B73CE}" srcOrd="0" destOrd="0" presId="urn:microsoft.com/office/officeart/2008/layout/LinedList"/>
    <dgm:cxn modelId="{4ED8C1FF-A242-48A2-95F0-C7FA98306CE4}" type="presParOf" srcId="{B280B1E0-9F0E-4976-982C-48BE4CF50215}" destId="{BECF755A-B428-4A78-A1EE-8599109D2F3C}" srcOrd="0" destOrd="0" presId="urn:microsoft.com/office/officeart/2008/layout/LinedList"/>
    <dgm:cxn modelId="{C17C4657-4879-4AC0-BCF8-2E94852EFDDD}" type="presParOf" srcId="{B280B1E0-9F0E-4976-982C-48BE4CF50215}" destId="{9944D0ED-C315-4666-B804-6ACFE8999775}" srcOrd="1" destOrd="0" presId="urn:microsoft.com/office/officeart/2008/layout/LinedList"/>
    <dgm:cxn modelId="{6097D448-3AE7-44E9-A1B6-A71F0A82CF1E}" type="presParOf" srcId="{9944D0ED-C315-4666-B804-6ACFE8999775}" destId="{8F189C57-F09B-4409-A47A-D8E59F1B73CE}" srcOrd="0" destOrd="0" presId="urn:microsoft.com/office/officeart/2008/layout/LinedList"/>
    <dgm:cxn modelId="{98475E22-EEE1-4D29-A22E-5EA765BE6BF0}" type="presParOf" srcId="{9944D0ED-C315-4666-B804-6ACFE8999775}" destId="{17A8655E-3AE1-426D-A335-BD5F254FC2C0}" srcOrd="1" destOrd="0" presId="urn:microsoft.com/office/officeart/2008/layout/LinedList"/>
    <dgm:cxn modelId="{87E3137A-D63A-4ADA-A57C-95B9A224AEB0}" type="presParOf" srcId="{17A8655E-3AE1-426D-A335-BD5F254FC2C0}" destId="{BCA6507C-8BE0-4D47-8FCA-0487B7C39D86}" srcOrd="0" destOrd="0" presId="urn:microsoft.com/office/officeart/2008/layout/LinedList"/>
    <dgm:cxn modelId="{2EE516B9-4B28-4D1C-B20E-342D6F398E23}" type="presParOf" srcId="{17A8655E-3AE1-426D-A335-BD5F254FC2C0}" destId="{26AFDE38-50C9-4689-A527-819F98BBA503}" srcOrd="1" destOrd="0" presId="urn:microsoft.com/office/officeart/2008/layout/LinedList"/>
    <dgm:cxn modelId="{95CFF0A9-B2C7-49F9-8EDC-934E97D5CCCF}" type="presParOf" srcId="{26AFDE38-50C9-4689-A527-819F98BBA503}" destId="{41C90418-D2C3-408A-A038-ED777FB80DD2}" srcOrd="0" destOrd="0" presId="urn:microsoft.com/office/officeart/2008/layout/LinedList"/>
    <dgm:cxn modelId="{18D3F309-631D-4E20-A98B-20D8EF34430D}" type="presParOf" srcId="{26AFDE38-50C9-4689-A527-819F98BBA503}" destId="{64BC9F2E-C4FB-4350-A134-7496D3916A76}" srcOrd="1" destOrd="0" presId="urn:microsoft.com/office/officeart/2008/layout/LinedList"/>
    <dgm:cxn modelId="{0FCE63CB-B8A3-40A3-8A42-35E9322F8145}" type="presParOf" srcId="{26AFDE38-50C9-4689-A527-819F98BBA503}" destId="{C805BC0A-4629-4730-9A41-5FC8152F3B24}" srcOrd="2" destOrd="0" presId="urn:microsoft.com/office/officeart/2008/layout/LinedList"/>
    <dgm:cxn modelId="{FFC40CC4-B17A-4E26-A070-647B98FA6AC0}" type="presParOf" srcId="{17A8655E-3AE1-426D-A335-BD5F254FC2C0}" destId="{EBFB8C3E-53BF-48C0-9131-0798D6D7864D}" srcOrd="2" destOrd="0" presId="urn:microsoft.com/office/officeart/2008/layout/LinedList"/>
    <dgm:cxn modelId="{9B73018C-B023-4B68-8AEE-03A6E65E8D92}" type="presParOf" srcId="{17A8655E-3AE1-426D-A335-BD5F254FC2C0}" destId="{8B6C32DA-80B2-437A-A13D-15F117DA83D4}" srcOrd="3" destOrd="0" presId="urn:microsoft.com/office/officeart/2008/layout/LinedList"/>
    <dgm:cxn modelId="{9CD63553-1C4B-4600-9D7E-7DD1FA305560}" type="presParOf" srcId="{17A8655E-3AE1-426D-A335-BD5F254FC2C0}" destId="{96D43FF8-3308-450D-B61A-52E0949A36D4}" srcOrd="4" destOrd="0" presId="urn:microsoft.com/office/officeart/2008/layout/LinedList"/>
    <dgm:cxn modelId="{0159D41A-78B1-4C20-988E-FD8530E74B92}" type="presParOf" srcId="{96D43FF8-3308-450D-B61A-52E0949A36D4}" destId="{409448AC-D922-40EC-8491-D715C84C9E98}" srcOrd="0" destOrd="0" presId="urn:microsoft.com/office/officeart/2008/layout/LinedList"/>
    <dgm:cxn modelId="{B2C7BA9B-04C7-427A-B873-403D61B50273}" type="presParOf" srcId="{96D43FF8-3308-450D-B61A-52E0949A36D4}" destId="{D32C5177-AF3B-41A9-BA98-9F214F2AF9A2}" srcOrd="1" destOrd="0" presId="urn:microsoft.com/office/officeart/2008/layout/LinedList"/>
    <dgm:cxn modelId="{B1EE4650-75C2-42F8-93E8-31AF18769DEA}" type="presParOf" srcId="{96D43FF8-3308-450D-B61A-52E0949A36D4}" destId="{87907608-B1DF-43D0-BD9E-473F5FFB2F1F}" srcOrd="2" destOrd="0" presId="urn:microsoft.com/office/officeart/2008/layout/LinedList"/>
    <dgm:cxn modelId="{96334451-BF44-49DD-8FB4-CE1AA5BC7238}" type="presParOf" srcId="{17A8655E-3AE1-426D-A335-BD5F254FC2C0}" destId="{83A6B08A-2EE9-44EB-9148-B593B4A6D4C2}" srcOrd="5" destOrd="0" presId="urn:microsoft.com/office/officeart/2008/layout/LinedList"/>
    <dgm:cxn modelId="{CF401957-0FE0-4774-9CB8-14524A14B2C1}" type="presParOf" srcId="{17A8655E-3AE1-426D-A335-BD5F254FC2C0}" destId="{84679061-90ED-403F-8EB9-71F68BD44F10}" srcOrd="6" destOrd="0" presId="urn:microsoft.com/office/officeart/2008/layout/LinedList"/>
    <dgm:cxn modelId="{D0B0BF40-0191-40DA-A8B1-863F6B2C2CF2}" type="presParOf" srcId="{17A8655E-3AE1-426D-A335-BD5F254FC2C0}" destId="{75AA242C-FFAA-4275-B2C2-655358A9EE5C}" srcOrd="7" destOrd="0" presId="urn:microsoft.com/office/officeart/2008/layout/LinedList"/>
    <dgm:cxn modelId="{DF053F98-D951-42A1-8245-6914D8E4DC09}" type="presParOf" srcId="{75AA242C-FFAA-4275-B2C2-655358A9EE5C}" destId="{AD835CC1-FC68-437A-BEA8-9CCD55C824BF}" srcOrd="0" destOrd="0" presId="urn:microsoft.com/office/officeart/2008/layout/LinedList"/>
    <dgm:cxn modelId="{A1396E1A-7F8A-46B6-B566-CA76329823D7}" type="presParOf" srcId="{75AA242C-FFAA-4275-B2C2-655358A9EE5C}" destId="{6C2CF0EC-2F20-41D4-848E-AC9AFEC62E28}" srcOrd="1" destOrd="0" presId="urn:microsoft.com/office/officeart/2008/layout/LinedList"/>
    <dgm:cxn modelId="{054383A8-D4B5-460E-A281-05F16A854B51}" type="presParOf" srcId="{75AA242C-FFAA-4275-B2C2-655358A9EE5C}" destId="{1A4D986C-EFAF-4887-9811-B6BB23B264FC}" srcOrd="2" destOrd="0" presId="urn:microsoft.com/office/officeart/2008/layout/LinedList"/>
    <dgm:cxn modelId="{75C22447-948D-4A7F-A4BD-5FF784B26611}" type="presParOf" srcId="{17A8655E-3AE1-426D-A335-BD5F254FC2C0}" destId="{2B020F14-591C-4054-8115-F0A300475B8B}" srcOrd="8" destOrd="0" presId="urn:microsoft.com/office/officeart/2008/layout/LinedList"/>
    <dgm:cxn modelId="{E6E14BDA-4C1A-4EDC-87D6-E04A330B8001}" type="presParOf" srcId="{17A8655E-3AE1-426D-A335-BD5F254FC2C0}" destId="{5ACB836A-90BD-4343-A622-9A98AD1E648F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7887F5-7EF6-4A2A-A4D9-05ADC1AE58D4}" type="doc">
      <dgm:prSet loTypeId="urn:microsoft.com/office/officeart/2008/layout/LinedList" loCatId="list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s-CL"/>
        </a:p>
      </dgm:t>
    </dgm:pt>
    <dgm:pt modelId="{F80A697E-3696-45D5-8504-0259ED20216A}">
      <dgm:prSet phldrT="[Texto]" phldr="0" custT="1"/>
      <dgm:spPr/>
      <dgm:t>
        <a:bodyPr/>
        <a:lstStyle/>
        <a:p>
          <a:r>
            <a:rPr lang="es-CL" sz="2000" b="1" dirty="0">
              <a:latin typeface="Aptos Narrow" panose="020B0004020202020204" pitchFamily="34" charset="0"/>
            </a:rPr>
            <a:t>Indicadores sobre articulación entre programas de pre y postgrado</a:t>
          </a:r>
          <a:endParaRPr lang="es-CL" sz="2000" dirty="0">
            <a:latin typeface="Aptos Narrow" panose="020B0004020202020204" pitchFamily="34" charset="0"/>
          </a:endParaRPr>
        </a:p>
      </dgm:t>
    </dgm:pt>
    <dgm:pt modelId="{CCB247E6-8133-4335-8ADB-5C14050DA1B4}" type="parTrans" cxnId="{D03B4DA9-C578-44EC-8136-6B78FDF16A2E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034D6892-F7FF-48B7-8BCE-EA1E84191810}" type="sibTrans" cxnId="{D03B4DA9-C578-44EC-8136-6B78FDF16A2E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83A2CBD8-55CE-4661-8F0A-75ED6847EDCD}">
      <dgm:prSet phldrT="[Texto]" phldr="0" custT="1"/>
      <dgm:spPr/>
      <dgm:t>
        <a:bodyPr/>
        <a:lstStyle/>
        <a:p>
          <a:pPr algn="just"/>
          <a:r>
            <a:rPr lang="es-CL" sz="2000" dirty="0">
              <a:latin typeface="Aptos Narrow" panose="020B0004020202020204" pitchFamily="34" charset="0"/>
            </a:rPr>
            <a:t>Porcentaje de satisfacción de académicos y/o estudiantes consultados sobre la vinculación actual de la investigación con programas de pregrado, y su articulación existentes con programas de postgrado.</a:t>
          </a:r>
        </a:p>
      </dgm:t>
    </dgm:pt>
    <dgm:pt modelId="{450463A0-A1B1-4D58-A4F5-5A0D5A0B4ADF}" type="parTrans" cxnId="{00B0417B-2E67-4665-85D6-B53F8E1BDC73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69A6CA5D-04A2-4B85-A90B-F75A4C2AFABE}" type="sibTrans" cxnId="{00B0417B-2E67-4665-85D6-B53F8E1BDC73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8FD81FB9-D432-4637-B3A1-78ECD3359812}">
      <dgm:prSet phldrT="[Texto]" phldr="0"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Porcentaje de acciones de articulación entre programas de pre y postgrado.</a:t>
          </a:r>
        </a:p>
      </dgm:t>
    </dgm:pt>
    <dgm:pt modelId="{CC00378F-85A0-4729-9C7E-2F78C2EF7B21}" type="parTrans" cxnId="{763F84E6-B3AF-44D8-8BEF-7F670EB5B09C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BB28A917-5AA9-45C4-8149-98C677390BB9}" type="sibTrans" cxnId="{763F84E6-B3AF-44D8-8BEF-7F670EB5B09C}">
      <dgm:prSet/>
      <dgm:spPr/>
      <dgm:t>
        <a:bodyPr/>
        <a:lstStyle/>
        <a:p>
          <a:endParaRPr lang="es-CL" sz="2000">
            <a:latin typeface="Aptos Narrow" panose="020B0004020202020204" pitchFamily="34" charset="0"/>
          </a:endParaRPr>
        </a:p>
      </dgm:t>
    </dgm:pt>
    <dgm:pt modelId="{4957EEA8-ED7E-4249-8670-1DC292929FE5}">
      <dgm:prSet custT="1"/>
      <dgm:spPr/>
      <dgm:t>
        <a:bodyPr/>
        <a:lstStyle/>
        <a:p>
          <a:r>
            <a:rPr lang="es-CL" sz="2000" dirty="0">
              <a:latin typeface="Aptos Narrow" panose="020B0004020202020204" pitchFamily="34" charset="0"/>
            </a:rPr>
            <a:t>Porcentaje de programas de pregrado articulados con programas de postgrado.</a:t>
          </a:r>
        </a:p>
      </dgm:t>
    </dgm:pt>
    <dgm:pt modelId="{7319F256-DCD0-4B1D-BF98-7D2884B531D6}" type="parTrans" cxnId="{E2BA4502-074C-4FED-9F17-17CFD5F5C86E}">
      <dgm:prSet/>
      <dgm:spPr/>
      <dgm:t>
        <a:bodyPr/>
        <a:lstStyle/>
        <a:p>
          <a:endParaRPr lang="es-CL"/>
        </a:p>
      </dgm:t>
    </dgm:pt>
    <dgm:pt modelId="{B9AE9A17-C1C0-458C-B0AF-24137DDEC2E1}" type="sibTrans" cxnId="{E2BA4502-074C-4FED-9F17-17CFD5F5C86E}">
      <dgm:prSet/>
      <dgm:spPr/>
      <dgm:t>
        <a:bodyPr/>
        <a:lstStyle/>
        <a:p>
          <a:endParaRPr lang="es-CL"/>
        </a:p>
      </dgm:t>
    </dgm:pt>
    <dgm:pt modelId="{B280B1E0-9F0E-4976-982C-48BE4CF50215}" type="pres">
      <dgm:prSet presAssocID="{357887F5-7EF6-4A2A-A4D9-05ADC1AE58D4}" presName="vert0" presStyleCnt="0">
        <dgm:presLayoutVars>
          <dgm:dir/>
          <dgm:animOne val="branch"/>
          <dgm:animLvl val="lvl"/>
        </dgm:presLayoutVars>
      </dgm:prSet>
      <dgm:spPr/>
    </dgm:pt>
    <dgm:pt modelId="{BECF755A-B428-4A78-A1EE-8599109D2F3C}" type="pres">
      <dgm:prSet presAssocID="{F80A697E-3696-45D5-8504-0259ED20216A}" presName="thickLine" presStyleLbl="alignNode1" presStyleIdx="0" presStyleCnt="1"/>
      <dgm:spPr/>
    </dgm:pt>
    <dgm:pt modelId="{9944D0ED-C315-4666-B804-6ACFE8999775}" type="pres">
      <dgm:prSet presAssocID="{F80A697E-3696-45D5-8504-0259ED20216A}" presName="horz1" presStyleCnt="0"/>
      <dgm:spPr/>
    </dgm:pt>
    <dgm:pt modelId="{8F189C57-F09B-4409-A47A-D8E59F1B73CE}" type="pres">
      <dgm:prSet presAssocID="{F80A697E-3696-45D5-8504-0259ED20216A}" presName="tx1" presStyleLbl="revTx" presStyleIdx="0" presStyleCnt="4"/>
      <dgm:spPr/>
    </dgm:pt>
    <dgm:pt modelId="{17A8655E-3AE1-426D-A335-BD5F254FC2C0}" type="pres">
      <dgm:prSet presAssocID="{F80A697E-3696-45D5-8504-0259ED20216A}" presName="vert1" presStyleCnt="0"/>
      <dgm:spPr/>
    </dgm:pt>
    <dgm:pt modelId="{BCA6507C-8BE0-4D47-8FCA-0487B7C39D86}" type="pres">
      <dgm:prSet presAssocID="{83A2CBD8-55CE-4661-8F0A-75ED6847EDCD}" presName="vertSpace2a" presStyleCnt="0"/>
      <dgm:spPr/>
    </dgm:pt>
    <dgm:pt modelId="{26AFDE38-50C9-4689-A527-819F98BBA503}" type="pres">
      <dgm:prSet presAssocID="{83A2CBD8-55CE-4661-8F0A-75ED6847EDCD}" presName="horz2" presStyleCnt="0"/>
      <dgm:spPr/>
    </dgm:pt>
    <dgm:pt modelId="{41C90418-D2C3-408A-A038-ED777FB80DD2}" type="pres">
      <dgm:prSet presAssocID="{83A2CBD8-55CE-4661-8F0A-75ED6847EDCD}" presName="horzSpace2" presStyleCnt="0"/>
      <dgm:spPr/>
    </dgm:pt>
    <dgm:pt modelId="{64BC9F2E-C4FB-4350-A134-7496D3916A76}" type="pres">
      <dgm:prSet presAssocID="{83A2CBD8-55CE-4661-8F0A-75ED6847EDCD}" presName="tx2" presStyleLbl="revTx" presStyleIdx="1" presStyleCnt="4"/>
      <dgm:spPr/>
    </dgm:pt>
    <dgm:pt modelId="{C805BC0A-4629-4730-9A41-5FC8152F3B24}" type="pres">
      <dgm:prSet presAssocID="{83A2CBD8-55CE-4661-8F0A-75ED6847EDCD}" presName="vert2" presStyleCnt="0"/>
      <dgm:spPr/>
    </dgm:pt>
    <dgm:pt modelId="{EBFB8C3E-53BF-48C0-9131-0798D6D7864D}" type="pres">
      <dgm:prSet presAssocID="{83A2CBD8-55CE-4661-8F0A-75ED6847EDCD}" presName="thinLine2b" presStyleLbl="callout" presStyleIdx="0" presStyleCnt="3"/>
      <dgm:spPr/>
    </dgm:pt>
    <dgm:pt modelId="{8B6C32DA-80B2-437A-A13D-15F117DA83D4}" type="pres">
      <dgm:prSet presAssocID="{83A2CBD8-55CE-4661-8F0A-75ED6847EDCD}" presName="vertSpace2b" presStyleCnt="0"/>
      <dgm:spPr/>
    </dgm:pt>
    <dgm:pt modelId="{9BCEB440-9B15-45D1-9935-41380CBBDD94}" type="pres">
      <dgm:prSet presAssocID="{8FD81FB9-D432-4637-B3A1-78ECD3359812}" presName="horz2" presStyleCnt="0"/>
      <dgm:spPr/>
    </dgm:pt>
    <dgm:pt modelId="{4BA7DB72-FD83-4DD4-882C-28271DECBC26}" type="pres">
      <dgm:prSet presAssocID="{8FD81FB9-D432-4637-B3A1-78ECD3359812}" presName="horzSpace2" presStyleCnt="0"/>
      <dgm:spPr/>
    </dgm:pt>
    <dgm:pt modelId="{A66D3099-8329-47DA-9638-32FBCDF7C983}" type="pres">
      <dgm:prSet presAssocID="{8FD81FB9-D432-4637-B3A1-78ECD3359812}" presName="tx2" presStyleLbl="revTx" presStyleIdx="2" presStyleCnt="4" custScaleY="54163"/>
      <dgm:spPr/>
    </dgm:pt>
    <dgm:pt modelId="{9226E0EF-A206-4BEF-9577-C53AAD6A950E}" type="pres">
      <dgm:prSet presAssocID="{8FD81FB9-D432-4637-B3A1-78ECD3359812}" presName="vert2" presStyleCnt="0"/>
      <dgm:spPr/>
    </dgm:pt>
    <dgm:pt modelId="{E912D418-7E89-4935-A645-55A2EE5A6884}" type="pres">
      <dgm:prSet presAssocID="{8FD81FB9-D432-4637-B3A1-78ECD3359812}" presName="thinLine2b" presStyleLbl="callout" presStyleIdx="1" presStyleCnt="3"/>
      <dgm:spPr/>
    </dgm:pt>
    <dgm:pt modelId="{56AED93E-B5EF-436B-AE50-39B0FD3399BB}" type="pres">
      <dgm:prSet presAssocID="{8FD81FB9-D432-4637-B3A1-78ECD3359812}" presName="vertSpace2b" presStyleCnt="0"/>
      <dgm:spPr/>
    </dgm:pt>
    <dgm:pt modelId="{DAA5044E-2E1F-40B8-9F6A-A0FC42CABFD6}" type="pres">
      <dgm:prSet presAssocID="{4957EEA8-ED7E-4249-8670-1DC292929FE5}" presName="horz2" presStyleCnt="0"/>
      <dgm:spPr/>
    </dgm:pt>
    <dgm:pt modelId="{C4AA23DC-F7DC-4567-AA9F-56CC3A9488B0}" type="pres">
      <dgm:prSet presAssocID="{4957EEA8-ED7E-4249-8670-1DC292929FE5}" presName="horzSpace2" presStyleCnt="0"/>
      <dgm:spPr/>
    </dgm:pt>
    <dgm:pt modelId="{321D016E-1C49-4AA8-B217-E1D21CA44722}" type="pres">
      <dgm:prSet presAssocID="{4957EEA8-ED7E-4249-8670-1DC292929FE5}" presName="tx2" presStyleLbl="revTx" presStyleIdx="3" presStyleCnt="4" custScaleY="59432"/>
      <dgm:spPr/>
    </dgm:pt>
    <dgm:pt modelId="{DE506CCD-58E4-4D8B-9086-1E724AEF0A9A}" type="pres">
      <dgm:prSet presAssocID="{4957EEA8-ED7E-4249-8670-1DC292929FE5}" presName="vert2" presStyleCnt="0"/>
      <dgm:spPr/>
    </dgm:pt>
    <dgm:pt modelId="{C7B6AC0E-22CB-4294-ADBD-833F2429A852}" type="pres">
      <dgm:prSet presAssocID="{4957EEA8-ED7E-4249-8670-1DC292929FE5}" presName="thinLine2b" presStyleLbl="callout" presStyleIdx="2" presStyleCnt="3"/>
      <dgm:spPr/>
    </dgm:pt>
    <dgm:pt modelId="{99ED7B8B-4588-4663-9917-E4B9D0F24FCA}" type="pres">
      <dgm:prSet presAssocID="{4957EEA8-ED7E-4249-8670-1DC292929FE5}" presName="vertSpace2b" presStyleCnt="0"/>
      <dgm:spPr/>
    </dgm:pt>
  </dgm:ptLst>
  <dgm:cxnLst>
    <dgm:cxn modelId="{E2BA4502-074C-4FED-9F17-17CFD5F5C86E}" srcId="{F80A697E-3696-45D5-8504-0259ED20216A}" destId="{4957EEA8-ED7E-4249-8670-1DC292929FE5}" srcOrd="2" destOrd="0" parTransId="{7319F256-DCD0-4B1D-BF98-7D2884B531D6}" sibTransId="{B9AE9A17-C1C0-458C-B0AF-24137DDEC2E1}"/>
    <dgm:cxn modelId="{AEEEE722-F82F-4E59-B7B2-415530DE68C4}" type="presOf" srcId="{357887F5-7EF6-4A2A-A4D9-05ADC1AE58D4}" destId="{B280B1E0-9F0E-4976-982C-48BE4CF50215}" srcOrd="0" destOrd="0" presId="urn:microsoft.com/office/officeart/2008/layout/LinedList"/>
    <dgm:cxn modelId="{30A08D61-F12C-4E0B-A736-3227BF189E09}" type="presOf" srcId="{4957EEA8-ED7E-4249-8670-1DC292929FE5}" destId="{321D016E-1C49-4AA8-B217-E1D21CA44722}" srcOrd="0" destOrd="0" presId="urn:microsoft.com/office/officeart/2008/layout/LinedList"/>
    <dgm:cxn modelId="{00B0417B-2E67-4665-85D6-B53F8E1BDC73}" srcId="{F80A697E-3696-45D5-8504-0259ED20216A}" destId="{83A2CBD8-55CE-4661-8F0A-75ED6847EDCD}" srcOrd="0" destOrd="0" parTransId="{450463A0-A1B1-4D58-A4F5-5A0D5A0B4ADF}" sibTransId="{69A6CA5D-04A2-4B85-A90B-F75A4C2AFABE}"/>
    <dgm:cxn modelId="{D03B4DA9-C578-44EC-8136-6B78FDF16A2E}" srcId="{357887F5-7EF6-4A2A-A4D9-05ADC1AE58D4}" destId="{F80A697E-3696-45D5-8504-0259ED20216A}" srcOrd="0" destOrd="0" parTransId="{CCB247E6-8133-4335-8ADB-5C14050DA1B4}" sibTransId="{034D6892-F7FF-48B7-8BCE-EA1E84191810}"/>
    <dgm:cxn modelId="{8FAD0ACD-27FD-4035-84EB-38F6858B2518}" type="presOf" srcId="{8FD81FB9-D432-4637-B3A1-78ECD3359812}" destId="{A66D3099-8329-47DA-9638-32FBCDF7C983}" srcOrd="0" destOrd="0" presId="urn:microsoft.com/office/officeart/2008/layout/LinedList"/>
    <dgm:cxn modelId="{9081F8D7-71B1-4309-8EDE-96B7F2245C4C}" type="presOf" srcId="{83A2CBD8-55CE-4661-8F0A-75ED6847EDCD}" destId="{64BC9F2E-C4FB-4350-A134-7496D3916A76}" srcOrd="0" destOrd="0" presId="urn:microsoft.com/office/officeart/2008/layout/LinedList"/>
    <dgm:cxn modelId="{763F84E6-B3AF-44D8-8BEF-7F670EB5B09C}" srcId="{F80A697E-3696-45D5-8504-0259ED20216A}" destId="{8FD81FB9-D432-4637-B3A1-78ECD3359812}" srcOrd="1" destOrd="0" parTransId="{CC00378F-85A0-4729-9C7E-2F78C2EF7B21}" sibTransId="{BB28A917-5AA9-45C4-8149-98C677390BB9}"/>
    <dgm:cxn modelId="{990B5BF5-7F50-4FC6-A430-3A1D8B12498E}" type="presOf" srcId="{F80A697E-3696-45D5-8504-0259ED20216A}" destId="{8F189C57-F09B-4409-A47A-D8E59F1B73CE}" srcOrd="0" destOrd="0" presId="urn:microsoft.com/office/officeart/2008/layout/LinedList"/>
    <dgm:cxn modelId="{4ED8C1FF-A242-48A2-95F0-C7FA98306CE4}" type="presParOf" srcId="{B280B1E0-9F0E-4976-982C-48BE4CF50215}" destId="{BECF755A-B428-4A78-A1EE-8599109D2F3C}" srcOrd="0" destOrd="0" presId="urn:microsoft.com/office/officeart/2008/layout/LinedList"/>
    <dgm:cxn modelId="{C17C4657-4879-4AC0-BCF8-2E94852EFDDD}" type="presParOf" srcId="{B280B1E0-9F0E-4976-982C-48BE4CF50215}" destId="{9944D0ED-C315-4666-B804-6ACFE8999775}" srcOrd="1" destOrd="0" presId="urn:microsoft.com/office/officeart/2008/layout/LinedList"/>
    <dgm:cxn modelId="{6097D448-3AE7-44E9-A1B6-A71F0A82CF1E}" type="presParOf" srcId="{9944D0ED-C315-4666-B804-6ACFE8999775}" destId="{8F189C57-F09B-4409-A47A-D8E59F1B73CE}" srcOrd="0" destOrd="0" presId="urn:microsoft.com/office/officeart/2008/layout/LinedList"/>
    <dgm:cxn modelId="{98475E22-EEE1-4D29-A22E-5EA765BE6BF0}" type="presParOf" srcId="{9944D0ED-C315-4666-B804-6ACFE8999775}" destId="{17A8655E-3AE1-426D-A335-BD5F254FC2C0}" srcOrd="1" destOrd="0" presId="urn:microsoft.com/office/officeart/2008/layout/LinedList"/>
    <dgm:cxn modelId="{87E3137A-D63A-4ADA-A57C-95B9A224AEB0}" type="presParOf" srcId="{17A8655E-3AE1-426D-A335-BD5F254FC2C0}" destId="{BCA6507C-8BE0-4D47-8FCA-0487B7C39D86}" srcOrd="0" destOrd="0" presId="urn:microsoft.com/office/officeart/2008/layout/LinedList"/>
    <dgm:cxn modelId="{2EE516B9-4B28-4D1C-B20E-342D6F398E23}" type="presParOf" srcId="{17A8655E-3AE1-426D-A335-BD5F254FC2C0}" destId="{26AFDE38-50C9-4689-A527-819F98BBA503}" srcOrd="1" destOrd="0" presId="urn:microsoft.com/office/officeart/2008/layout/LinedList"/>
    <dgm:cxn modelId="{95CFF0A9-B2C7-49F9-8EDC-934E97D5CCCF}" type="presParOf" srcId="{26AFDE38-50C9-4689-A527-819F98BBA503}" destId="{41C90418-D2C3-408A-A038-ED777FB80DD2}" srcOrd="0" destOrd="0" presId="urn:microsoft.com/office/officeart/2008/layout/LinedList"/>
    <dgm:cxn modelId="{18D3F309-631D-4E20-A98B-20D8EF34430D}" type="presParOf" srcId="{26AFDE38-50C9-4689-A527-819F98BBA503}" destId="{64BC9F2E-C4FB-4350-A134-7496D3916A76}" srcOrd="1" destOrd="0" presId="urn:microsoft.com/office/officeart/2008/layout/LinedList"/>
    <dgm:cxn modelId="{0FCE63CB-B8A3-40A3-8A42-35E9322F8145}" type="presParOf" srcId="{26AFDE38-50C9-4689-A527-819F98BBA503}" destId="{C805BC0A-4629-4730-9A41-5FC8152F3B24}" srcOrd="2" destOrd="0" presId="urn:microsoft.com/office/officeart/2008/layout/LinedList"/>
    <dgm:cxn modelId="{FFC40CC4-B17A-4E26-A070-647B98FA6AC0}" type="presParOf" srcId="{17A8655E-3AE1-426D-A335-BD5F254FC2C0}" destId="{EBFB8C3E-53BF-48C0-9131-0798D6D7864D}" srcOrd="2" destOrd="0" presId="urn:microsoft.com/office/officeart/2008/layout/LinedList"/>
    <dgm:cxn modelId="{9B73018C-B023-4B68-8AEE-03A6E65E8D92}" type="presParOf" srcId="{17A8655E-3AE1-426D-A335-BD5F254FC2C0}" destId="{8B6C32DA-80B2-437A-A13D-15F117DA83D4}" srcOrd="3" destOrd="0" presId="urn:microsoft.com/office/officeart/2008/layout/LinedList"/>
    <dgm:cxn modelId="{866D761E-E1FF-46FD-A4F2-F740BED869EB}" type="presParOf" srcId="{17A8655E-3AE1-426D-A335-BD5F254FC2C0}" destId="{9BCEB440-9B15-45D1-9935-41380CBBDD94}" srcOrd="4" destOrd="0" presId="urn:microsoft.com/office/officeart/2008/layout/LinedList"/>
    <dgm:cxn modelId="{443A63B3-ED95-431A-8C16-3D771D59622B}" type="presParOf" srcId="{9BCEB440-9B15-45D1-9935-41380CBBDD94}" destId="{4BA7DB72-FD83-4DD4-882C-28271DECBC26}" srcOrd="0" destOrd="0" presId="urn:microsoft.com/office/officeart/2008/layout/LinedList"/>
    <dgm:cxn modelId="{2DF5E3CF-69A8-4183-B356-0BCD0BCC2618}" type="presParOf" srcId="{9BCEB440-9B15-45D1-9935-41380CBBDD94}" destId="{A66D3099-8329-47DA-9638-32FBCDF7C983}" srcOrd="1" destOrd="0" presId="urn:microsoft.com/office/officeart/2008/layout/LinedList"/>
    <dgm:cxn modelId="{E73095CC-1069-42CC-847B-24FC295A9FE2}" type="presParOf" srcId="{9BCEB440-9B15-45D1-9935-41380CBBDD94}" destId="{9226E0EF-A206-4BEF-9577-C53AAD6A950E}" srcOrd="2" destOrd="0" presId="urn:microsoft.com/office/officeart/2008/layout/LinedList"/>
    <dgm:cxn modelId="{66E477AC-AE0D-4CC9-AAD5-6B3EFC187D51}" type="presParOf" srcId="{17A8655E-3AE1-426D-A335-BD5F254FC2C0}" destId="{E912D418-7E89-4935-A645-55A2EE5A6884}" srcOrd="5" destOrd="0" presId="urn:microsoft.com/office/officeart/2008/layout/LinedList"/>
    <dgm:cxn modelId="{1DC42ED1-0EC8-454A-8EA0-232E2F57C1CC}" type="presParOf" srcId="{17A8655E-3AE1-426D-A335-BD5F254FC2C0}" destId="{56AED93E-B5EF-436B-AE50-39B0FD3399BB}" srcOrd="6" destOrd="0" presId="urn:microsoft.com/office/officeart/2008/layout/LinedList"/>
    <dgm:cxn modelId="{50977C85-C6AF-4B00-9380-B011B92F3E12}" type="presParOf" srcId="{17A8655E-3AE1-426D-A335-BD5F254FC2C0}" destId="{DAA5044E-2E1F-40B8-9F6A-A0FC42CABFD6}" srcOrd="7" destOrd="0" presId="urn:microsoft.com/office/officeart/2008/layout/LinedList"/>
    <dgm:cxn modelId="{3F2FC86D-59E0-402C-8900-DA07CFA8F696}" type="presParOf" srcId="{DAA5044E-2E1F-40B8-9F6A-A0FC42CABFD6}" destId="{C4AA23DC-F7DC-4567-AA9F-56CC3A9488B0}" srcOrd="0" destOrd="0" presId="urn:microsoft.com/office/officeart/2008/layout/LinedList"/>
    <dgm:cxn modelId="{47B0933D-8282-4C93-853C-D6FADEC83E23}" type="presParOf" srcId="{DAA5044E-2E1F-40B8-9F6A-A0FC42CABFD6}" destId="{321D016E-1C49-4AA8-B217-E1D21CA44722}" srcOrd="1" destOrd="0" presId="urn:microsoft.com/office/officeart/2008/layout/LinedList"/>
    <dgm:cxn modelId="{2241382F-269F-4054-AB91-AFDB87D0A178}" type="presParOf" srcId="{DAA5044E-2E1F-40B8-9F6A-A0FC42CABFD6}" destId="{DE506CCD-58E4-4D8B-9086-1E724AEF0A9A}" srcOrd="2" destOrd="0" presId="urn:microsoft.com/office/officeart/2008/layout/LinedList"/>
    <dgm:cxn modelId="{6CA22734-2AEA-41CA-8129-ABE985921A59}" type="presParOf" srcId="{17A8655E-3AE1-426D-A335-BD5F254FC2C0}" destId="{C7B6AC0E-22CB-4294-ADBD-833F2429A852}" srcOrd="8" destOrd="0" presId="urn:microsoft.com/office/officeart/2008/layout/LinedList"/>
    <dgm:cxn modelId="{86F66733-380C-484B-A759-F892E2A7C08C}" type="presParOf" srcId="{17A8655E-3AE1-426D-A335-BD5F254FC2C0}" destId="{99ED7B8B-4588-4663-9917-E4B9D0F24FC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CFC16-9517-4D1B-B046-6454B82B1105}">
      <dsp:nvSpPr>
        <dsp:cNvPr id="0" name=""/>
        <dsp:cNvSpPr/>
      </dsp:nvSpPr>
      <dsp:spPr>
        <a:xfrm>
          <a:off x="652024" y="0"/>
          <a:ext cx="7389615" cy="455666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0E8EC-7586-42ED-9ACB-1676DBA73A7F}">
      <dsp:nvSpPr>
        <dsp:cNvPr id="0" name=""/>
        <dsp:cNvSpPr/>
      </dsp:nvSpPr>
      <dsp:spPr>
        <a:xfrm>
          <a:off x="2971" y="1367000"/>
          <a:ext cx="1930604" cy="18226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I. Diagnóstico institucional</a:t>
          </a:r>
        </a:p>
      </dsp:txBody>
      <dsp:txXfrm>
        <a:off x="91946" y="1455975"/>
        <a:ext cx="1752654" cy="1644717"/>
      </dsp:txXfrm>
    </dsp:sp>
    <dsp:sp modelId="{EF83E691-83CB-4BE6-A8CD-BB1D2CAD22AD}">
      <dsp:nvSpPr>
        <dsp:cNvPr id="0" name=""/>
        <dsp:cNvSpPr/>
      </dsp:nvSpPr>
      <dsp:spPr>
        <a:xfrm>
          <a:off x="2255343" y="1367000"/>
          <a:ext cx="1930604" cy="1822667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II. Políticas institucionales </a:t>
          </a:r>
        </a:p>
      </dsp:txBody>
      <dsp:txXfrm>
        <a:off x="2344318" y="1455975"/>
        <a:ext cx="1752654" cy="1644717"/>
      </dsp:txXfrm>
    </dsp:sp>
    <dsp:sp modelId="{8FAD5ABE-BC42-4E0B-BC22-9287CDD9A377}">
      <dsp:nvSpPr>
        <dsp:cNvPr id="0" name=""/>
        <dsp:cNvSpPr/>
      </dsp:nvSpPr>
      <dsp:spPr>
        <a:xfrm>
          <a:off x="4507716" y="1367000"/>
          <a:ext cx="1930604" cy="1822667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III. Validación por parte de la comunidad académica</a:t>
          </a:r>
        </a:p>
      </dsp:txBody>
      <dsp:txXfrm>
        <a:off x="4596691" y="1455975"/>
        <a:ext cx="1752654" cy="1644717"/>
      </dsp:txXfrm>
    </dsp:sp>
    <dsp:sp modelId="{39BB9367-4EB2-43FA-B9CE-B9E313B4F29C}">
      <dsp:nvSpPr>
        <dsp:cNvPr id="0" name=""/>
        <dsp:cNvSpPr/>
      </dsp:nvSpPr>
      <dsp:spPr>
        <a:xfrm>
          <a:off x="6760088" y="1367000"/>
          <a:ext cx="1930604" cy="1822667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IV. Socialización de las políticas</a:t>
          </a:r>
        </a:p>
      </dsp:txBody>
      <dsp:txXfrm>
        <a:off x="6849063" y="1455975"/>
        <a:ext cx="1752654" cy="1644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8050C-6085-4920-B131-17DF5B32A699}">
      <dsp:nvSpPr>
        <dsp:cNvPr id="0" name=""/>
        <dsp:cNvSpPr/>
      </dsp:nvSpPr>
      <dsp:spPr>
        <a:xfrm>
          <a:off x="0" y="167678"/>
          <a:ext cx="9767699" cy="7615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METODOLOGÍA</a:t>
          </a:r>
        </a:p>
      </dsp:txBody>
      <dsp:txXfrm>
        <a:off x="37177" y="204855"/>
        <a:ext cx="9693345" cy="687228"/>
      </dsp:txXfrm>
    </dsp:sp>
    <dsp:sp modelId="{47AC627A-E3A6-4AA1-A62C-56FFFC9259EC}">
      <dsp:nvSpPr>
        <dsp:cNvPr id="0" name=""/>
        <dsp:cNvSpPr/>
      </dsp:nvSpPr>
      <dsp:spPr>
        <a:xfrm>
          <a:off x="0" y="929261"/>
          <a:ext cx="976769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12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1800" u="none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Encuesta estructurada: Jefaturas académicas de pregrado (32).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1800" u="none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Entrevistas semiestructuradas</a:t>
          </a: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: Vicedecanos/as (14), Directores/as de programas articulados (17), profesionales de apoyo y secretarías de postgrado (7), y registradores/as curriculares (7).</a:t>
          </a:r>
          <a:endParaRPr lang="es-CL" sz="1800" u="none" kern="1200" dirty="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929261"/>
        <a:ext cx="9767699" cy="1076400"/>
      </dsp:txXfrm>
    </dsp:sp>
    <dsp:sp modelId="{9B649552-7F4A-47F1-8FFD-55C3EFDF1789}">
      <dsp:nvSpPr>
        <dsp:cNvPr id="0" name=""/>
        <dsp:cNvSpPr/>
      </dsp:nvSpPr>
      <dsp:spPr>
        <a:xfrm>
          <a:off x="0" y="2005661"/>
          <a:ext cx="9767699" cy="7645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DOCUMENTAL</a:t>
          </a:r>
        </a:p>
      </dsp:txBody>
      <dsp:txXfrm>
        <a:off x="37321" y="2042982"/>
        <a:ext cx="9693057" cy="689885"/>
      </dsp:txXfrm>
    </dsp:sp>
    <dsp:sp modelId="{596EB280-04D0-471E-91C1-24140DF6276A}">
      <dsp:nvSpPr>
        <dsp:cNvPr id="0" name=""/>
        <dsp:cNvSpPr/>
      </dsp:nvSpPr>
      <dsp:spPr>
        <a:xfrm>
          <a:off x="0" y="2770189"/>
          <a:ext cx="9767699" cy="211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124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Modelo Educativo Institucional (MEI, 2014)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Política de Investigación (Resolución N°1924/2014)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Resoluciones institucionales: Nº7441/2017: regula el funcionamiento del postgrado; Nº5929/2019: establece lineamientos para la articulación entre niveles; Nº7307/2022: regula el sistema de becas, incluyendo beneficios para estudiantes articulados.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Reglamentos de estudios y becas de postgrado.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CL" sz="2400" kern="1200" dirty="0">
            <a:latin typeface="Aptos Display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770189"/>
        <a:ext cx="9767699" cy="21191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B1352-6B0D-4304-8123-792A64378937}">
      <dsp:nvSpPr>
        <dsp:cNvPr id="0" name=""/>
        <dsp:cNvSpPr/>
      </dsp:nvSpPr>
      <dsp:spPr>
        <a:xfrm>
          <a:off x="0" y="0"/>
          <a:ext cx="1020249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FBDA9-4EC5-45F3-9EB9-80D16893ACC2}">
      <dsp:nvSpPr>
        <dsp:cNvPr id="0" name=""/>
        <dsp:cNvSpPr/>
      </dsp:nvSpPr>
      <dsp:spPr>
        <a:xfrm>
          <a:off x="0" y="0"/>
          <a:ext cx="2040499" cy="541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PRINCIPALES RESULTADOS: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Articulación entre programas de pre y postgrado</a:t>
          </a:r>
        </a:p>
      </dsp:txBody>
      <dsp:txXfrm>
        <a:off x="0" y="0"/>
        <a:ext cx="2040499" cy="5418667"/>
      </dsp:txXfrm>
    </dsp:sp>
    <dsp:sp modelId="{E87D82F4-C00C-423E-973D-94CC1FA194AB}">
      <dsp:nvSpPr>
        <dsp:cNvPr id="0" name=""/>
        <dsp:cNvSpPr/>
      </dsp:nvSpPr>
      <dsp:spPr>
        <a:xfrm>
          <a:off x="2193536" y="120120"/>
          <a:ext cx="8008959" cy="1154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 Universidad cuenta con 72 programas regulares de pregrado, donde a nivel de postgrado, se han formalizado articulaciones en 12 programas (10 de magíster y 2 de doctorado), los cuales están articulados con 15 carreras de pregrado.</a:t>
          </a:r>
        </a:p>
      </dsp:txBody>
      <dsp:txXfrm>
        <a:off x="2193536" y="120120"/>
        <a:ext cx="8008959" cy="1154529"/>
      </dsp:txXfrm>
    </dsp:sp>
    <dsp:sp modelId="{A3783D2C-979D-4705-AB04-D78ACA642070}">
      <dsp:nvSpPr>
        <dsp:cNvPr id="0" name=""/>
        <dsp:cNvSpPr/>
      </dsp:nvSpPr>
      <dsp:spPr>
        <a:xfrm>
          <a:off x="2040499" y="1274650"/>
          <a:ext cx="81619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358FA-00C8-44EB-9E6F-C9F8D54820E8}">
      <dsp:nvSpPr>
        <dsp:cNvPr id="0" name=""/>
        <dsp:cNvSpPr/>
      </dsp:nvSpPr>
      <dsp:spPr>
        <a:xfrm>
          <a:off x="2193536" y="1328824"/>
          <a:ext cx="8008959" cy="101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Percepciones sobre la Resolución VRAC N°5929/2019: ambigua y poco detallada. No contempla, por ejemplo, protocolos administrativos estandarizados ni rutas pedagógicas definidas, lo que obliga a cada unidad a “interpretar” la norma.</a:t>
          </a:r>
        </a:p>
      </dsp:txBody>
      <dsp:txXfrm>
        <a:off x="2193536" y="1328824"/>
        <a:ext cx="8008959" cy="1019393"/>
      </dsp:txXfrm>
    </dsp:sp>
    <dsp:sp modelId="{A6659F4B-B893-417D-A3BB-48013BB4E03A}">
      <dsp:nvSpPr>
        <dsp:cNvPr id="0" name=""/>
        <dsp:cNvSpPr/>
      </dsp:nvSpPr>
      <dsp:spPr>
        <a:xfrm>
          <a:off x="2040499" y="2414164"/>
          <a:ext cx="81619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0239D-1963-4787-8BBF-DEA1D91A8244}">
      <dsp:nvSpPr>
        <dsp:cNvPr id="0" name=""/>
        <dsp:cNvSpPr/>
      </dsp:nvSpPr>
      <dsp:spPr>
        <a:xfrm>
          <a:off x="2193536" y="2428771"/>
          <a:ext cx="8008959" cy="693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En varias facultades, la articulación ocurre mediante acuerdos individuales entre estudiantes y docentes (“cursos espejo”), sin registro ni trazabilidad formal.</a:t>
          </a:r>
        </a:p>
      </dsp:txBody>
      <dsp:txXfrm>
        <a:off x="2193536" y="2428771"/>
        <a:ext cx="8008959" cy="693745"/>
      </dsp:txXfrm>
    </dsp:sp>
    <dsp:sp modelId="{3AA94F3C-92D0-4740-ABA3-E1A5F61A1E1B}">
      <dsp:nvSpPr>
        <dsp:cNvPr id="0" name=""/>
        <dsp:cNvSpPr/>
      </dsp:nvSpPr>
      <dsp:spPr>
        <a:xfrm>
          <a:off x="2040499" y="3228031"/>
          <a:ext cx="81619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D1164-D688-45F5-9BA7-D11E65132E52}">
      <dsp:nvSpPr>
        <dsp:cNvPr id="0" name=""/>
        <dsp:cNvSpPr/>
      </dsp:nvSpPr>
      <dsp:spPr>
        <a:xfrm>
          <a:off x="2193536" y="3348152"/>
          <a:ext cx="8008959" cy="88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Tanto estudiantes como algunos académicos y equipos administrativos desconocen las posibilidades que ofrece la articulación.</a:t>
          </a:r>
        </a:p>
      </dsp:txBody>
      <dsp:txXfrm>
        <a:off x="2193536" y="3348152"/>
        <a:ext cx="8008959" cy="883416"/>
      </dsp:txXfrm>
    </dsp:sp>
    <dsp:sp modelId="{1E1B6509-95DC-4EFA-AF61-9DDE58E20548}">
      <dsp:nvSpPr>
        <dsp:cNvPr id="0" name=""/>
        <dsp:cNvSpPr/>
      </dsp:nvSpPr>
      <dsp:spPr>
        <a:xfrm>
          <a:off x="2040499" y="4231568"/>
          <a:ext cx="81619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9B063-16F9-49C7-B34E-8E5F62E1EB59}">
      <dsp:nvSpPr>
        <dsp:cNvPr id="0" name=""/>
        <dsp:cNvSpPr/>
      </dsp:nvSpPr>
      <dsp:spPr>
        <a:xfrm>
          <a:off x="2193536" y="4351689"/>
          <a:ext cx="8008959" cy="943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 articulación suele reducirse a la convalidación de asignaturas, sin un diseño curricular integrado por competencias, ni continuidad temática o metodológica entre niveles.</a:t>
          </a:r>
        </a:p>
      </dsp:txBody>
      <dsp:txXfrm>
        <a:off x="2193536" y="4351689"/>
        <a:ext cx="8008959" cy="943501"/>
      </dsp:txXfrm>
    </dsp:sp>
    <dsp:sp modelId="{9B1EADCB-0CEA-4C1E-B8A3-78C59C1A4C0B}">
      <dsp:nvSpPr>
        <dsp:cNvPr id="0" name=""/>
        <dsp:cNvSpPr/>
      </dsp:nvSpPr>
      <dsp:spPr>
        <a:xfrm>
          <a:off x="2040499" y="5295190"/>
          <a:ext cx="81619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B1352-6B0D-4304-8123-792A64378937}">
      <dsp:nvSpPr>
        <dsp:cNvPr id="0" name=""/>
        <dsp:cNvSpPr/>
      </dsp:nvSpPr>
      <dsp:spPr>
        <a:xfrm>
          <a:off x="0" y="0"/>
          <a:ext cx="1036354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FBDA9-4EC5-45F3-9EB9-80D16893ACC2}">
      <dsp:nvSpPr>
        <dsp:cNvPr id="0" name=""/>
        <dsp:cNvSpPr/>
      </dsp:nvSpPr>
      <dsp:spPr>
        <a:xfrm>
          <a:off x="0" y="0"/>
          <a:ext cx="2072709" cy="541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PRINCIPALES RESULTADOS: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Vinculación entre investigación y docencia de pregrado</a:t>
          </a:r>
        </a:p>
      </dsp:txBody>
      <dsp:txXfrm>
        <a:off x="0" y="0"/>
        <a:ext cx="2072709" cy="5418667"/>
      </dsp:txXfrm>
    </dsp:sp>
    <dsp:sp modelId="{E87D82F4-C00C-423E-973D-94CC1FA194AB}">
      <dsp:nvSpPr>
        <dsp:cNvPr id="0" name=""/>
        <dsp:cNvSpPr/>
      </dsp:nvSpPr>
      <dsp:spPr>
        <a:xfrm>
          <a:off x="2228163" y="159279"/>
          <a:ext cx="8135385" cy="10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Se constata una ausencia de una política institucional que oriente o priorice temáticas estratégicas de investigación. Cada unidad académica define sus propias agendas, generando dispersión de esfuerzos y baja sinergia institucional.</a:t>
          </a:r>
        </a:p>
      </dsp:txBody>
      <dsp:txXfrm>
        <a:off x="2228163" y="159279"/>
        <a:ext cx="8135385" cy="1094566"/>
      </dsp:txXfrm>
    </dsp:sp>
    <dsp:sp modelId="{A3783D2C-979D-4705-AB04-D78ACA642070}">
      <dsp:nvSpPr>
        <dsp:cNvPr id="0" name=""/>
        <dsp:cNvSpPr/>
      </dsp:nvSpPr>
      <dsp:spPr>
        <a:xfrm>
          <a:off x="2072709" y="1253845"/>
          <a:ext cx="82908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358FA-00C8-44EB-9E6F-C9F8D54820E8}">
      <dsp:nvSpPr>
        <dsp:cNvPr id="0" name=""/>
        <dsp:cNvSpPr/>
      </dsp:nvSpPr>
      <dsp:spPr>
        <a:xfrm>
          <a:off x="2228163" y="1280923"/>
          <a:ext cx="8135385" cy="1270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El acceso limitado y desigual a recursos financieros, espacios físicos adecuados y tecnologías actualizadas restringe significativamente la posibilidad de desarrollar proyectos sostenibles. Solo un 31% de las unidades declara contar con infraestructura adecuada y menos del 10% considera suficientes los fondos disponibles.</a:t>
          </a:r>
        </a:p>
      </dsp:txBody>
      <dsp:txXfrm>
        <a:off x="2228163" y="1280923"/>
        <a:ext cx="8135385" cy="1270952"/>
      </dsp:txXfrm>
    </dsp:sp>
    <dsp:sp modelId="{A6659F4B-B893-417D-A3BB-48013BB4E03A}">
      <dsp:nvSpPr>
        <dsp:cNvPr id="0" name=""/>
        <dsp:cNvSpPr/>
      </dsp:nvSpPr>
      <dsp:spPr>
        <a:xfrm>
          <a:off x="2072709" y="2684077"/>
          <a:ext cx="82908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0239D-1963-4787-8BBF-DEA1D91A8244}">
      <dsp:nvSpPr>
        <dsp:cNvPr id="0" name=""/>
        <dsp:cNvSpPr/>
      </dsp:nvSpPr>
      <dsp:spPr>
        <a:xfrm>
          <a:off x="2228163" y="2703445"/>
          <a:ext cx="8135385" cy="1076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No se reconocen sistemáticamente los esfuerzos de las y los docentes que integran investigación y docencia. Además, no existen instrumentos robustos de seguimiento, evaluación ni rendición de cuentas sobre el impacto de la vinculación investigativa.</a:t>
          </a:r>
        </a:p>
      </dsp:txBody>
      <dsp:txXfrm>
        <a:off x="2228163" y="2703445"/>
        <a:ext cx="8135385" cy="1076982"/>
      </dsp:txXfrm>
    </dsp:sp>
    <dsp:sp modelId="{3AA94F3C-92D0-4740-ABA3-E1A5F61A1E1B}">
      <dsp:nvSpPr>
        <dsp:cNvPr id="0" name=""/>
        <dsp:cNvSpPr/>
      </dsp:nvSpPr>
      <dsp:spPr>
        <a:xfrm>
          <a:off x="2072709" y="3920338"/>
          <a:ext cx="82908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D1164-D688-45F5-9BA7-D11E65132E52}">
      <dsp:nvSpPr>
        <dsp:cNvPr id="0" name=""/>
        <dsp:cNvSpPr/>
      </dsp:nvSpPr>
      <dsp:spPr>
        <a:xfrm>
          <a:off x="2228163" y="3953786"/>
          <a:ext cx="8135385" cy="1171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Las experiencias </a:t>
          </a:r>
          <a:r>
            <a:rPr lang="es-CL" sz="1800" kern="1200" dirty="0" err="1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interfacultades</a:t>
          </a:r>
          <a:r>
            <a:rPr lang="es-CL" sz="1800" kern="1200" dirty="0">
              <a:latin typeface="Aptos Display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 o interdisciplinares son escasas y aisladas. Falta una estructura que facilite la creación de redes temáticas, compartición de recursos y estrategias comunes.</a:t>
          </a:r>
        </a:p>
      </dsp:txBody>
      <dsp:txXfrm>
        <a:off x="2228163" y="3953786"/>
        <a:ext cx="8135385" cy="1171402"/>
      </dsp:txXfrm>
    </dsp:sp>
    <dsp:sp modelId="{1E1B6509-95DC-4EFA-AF61-9DDE58E20548}">
      <dsp:nvSpPr>
        <dsp:cNvPr id="0" name=""/>
        <dsp:cNvSpPr/>
      </dsp:nvSpPr>
      <dsp:spPr>
        <a:xfrm>
          <a:off x="2072709" y="5251020"/>
          <a:ext cx="82908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362A2-C413-4892-8801-154A0C1E1F65}">
      <dsp:nvSpPr>
        <dsp:cNvPr id="0" name=""/>
        <dsp:cNvSpPr/>
      </dsp:nvSpPr>
      <dsp:spPr>
        <a:xfrm>
          <a:off x="148989" y="824238"/>
          <a:ext cx="2704412" cy="2079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>
              <a:latin typeface="Aptos Narrow" panose="020B0004020202020204" pitchFamily="34" charset="0"/>
            </a:rPr>
            <a:t>Revisión y validación del borrador de las políticas institucionales.</a:t>
          </a:r>
        </a:p>
      </dsp:txBody>
      <dsp:txXfrm>
        <a:off x="196849" y="872098"/>
        <a:ext cx="2608692" cy="1538352"/>
      </dsp:txXfrm>
    </dsp:sp>
    <dsp:sp modelId="{ADDADEC7-B1B7-4802-A009-53840F665EE4}">
      <dsp:nvSpPr>
        <dsp:cNvPr id="0" name=""/>
        <dsp:cNvSpPr/>
      </dsp:nvSpPr>
      <dsp:spPr>
        <a:xfrm>
          <a:off x="1617541" y="1097746"/>
          <a:ext cx="3324590" cy="3324590"/>
        </a:xfrm>
        <a:prstGeom prst="leftCircularArrow">
          <a:avLst>
            <a:gd name="adj1" fmla="val 3297"/>
            <a:gd name="adj2" fmla="val 407166"/>
            <a:gd name="adj3" fmla="val 2339688"/>
            <a:gd name="adj4" fmla="val 9181501"/>
            <a:gd name="adj5" fmla="val 384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83839-6F88-423E-B31A-B58763EFBF28}">
      <dsp:nvSpPr>
        <dsp:cNvPr id="0" name=""/>
        <dsp:cNvSpPr/>
      </dsp:nvSpPr>
      <dsp:spPr>
        <a:xfrm>
          <a:off x="829468" y="2605395"/>
          <a:ext cx="2149525" cy="8547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Vicerrectorías</a:t>
          </a:r>
        </a:p>
      </dsp:txBody>
      <dsp:txXfrm>
        <a:off x="854504" y="2630431"/>
        <a:ext cx="2099453" cy="804723"/>
      </dsp:txXfrm>
    </dsp:sp>
    <dsp:sp modelId="{63170B1C-9F92-4D33-A4A2-C4BEECB2C7D1}">
      <dsp:nvSpPr>
        <dsp:cNvPr id="0" name=""/>
        <dsp:cNvSpPr/>
      </dsp:nvSpPr>
      <dsp:spPr>
        <a:xfrm>
          <a:off x="3501020" y="820449"/>
          <a:ext cx="3217533" cy="26656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>
              <a:latin typeface="Aptos Narrow" panose="020B0004020202020204" pitchFamily="34" charset="0"/>
            </a:rPr>
            <a:t>Presentación del borrador de las políticas en los respectivos Consejos (Superior de Docencia y de Postgrado-Investigación).</a:t>
          </a:r>
        </a:p>
      </dsp:txBody>
      <dsp:txXfrm>
        <a:off x="3562365" y="1453016"/>
        <a:ext cx="3094843" cy="1971788"/>
      </dsp:txXfrm>
    </dsp:sp>
    <dsp:sp modelId="{F68AAF24-C12C-4DC4-B706-0A4F475B3CD4}">
      <dsp:nvSpPr>
        <dsp:cNvPr id="0" name=""/>
        <dsp:cNvSpPr/>
      </dsp:nvSpPr>
      <dsp:spPr>
        <a:xfrm>
          <a:off x="5205792" y="-452393"/>
          <a:ext cx="3688681" cy="3688681"/>
        </a:xfrm>
        <a:prstGeom prst="circularArrow">
          <a:avLst>
            <a:gd name="adj1" fmla="val 2972"/>
            <a:gd name="adj2" fmla="val 364168"/>
            <a:gd name="adj3" fmla="val 19305658"/>
            <a:gd name="adj4" fmla="val 12420847"/>
            <a:gd name="adj5" fmla="val 346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FF8C8-132F-4A0B-A85A-6AF7764CBE60}">
      <dsp:nvSpPr>
        <dsp:cNvPr id="0" name=""/>
        <dsp:cNvSpPr/>
      </dsp:nvSpPr>
      <dsp:spPr>
        <a:xfrm>
          <a:off x="4438060" y="608171"/>
          <a:ext cx="2149525" cy="8547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Consejos</a:t>
          </a:r>
        </a:p>
      </dsp:txBody>
      <dsp:txXfrm>
        <a:off x="4463096" y="633207"/>
        <a:ext cx="2099453" cy="804723"/>
      </dsp:txXfrm>
    </dsp:sp>
    <dsp:sp modelId="{93BEA891-4C41-400E-93FA-E54A1FD634B3}">
      <dsp:nvSpPr>
        <dsp:cNvPr id="0" name=""/>
        <dsp:cNvSpPr/>
      </dsp:nvSpPr>
      <dsp:spPr>
        <a:xfrm>
          <a:off x="7240579" y="869851"/>
          <a:ext cx="3050942" cy="2056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>
              <a:latin typeface="Aptos Narrow" panose="020B0004020202020204" pitchFamily="34" charset="0"/>
            </a:rPr>
            <a:t>Presentación del borrador de las políticas a la facultad.</a:t>
          </a:r>
        </a:p>
      </dsp:txBody>
      <dsp:txXfrm>
        <a:off x="7287914" y="917186"/>
        <a:ext cx="2956272" cy="1521474"/>
      </dsp:txXfrm>
    </dsp:sp>
    <dsp:sp modelId="{A2E432E5-CE95-471E-821B-D667D25E12B5}">
      <dsp:nvSpPr>
        <dsp:cNvPr id="0" name=""/>
        <dsp:cNvSpPr/>
      </dsp:nvSpPr>
      <dsp:spPr>
        <a:xfrm>
          <a:off x="8094324" y="2605314"/>
          <a:ext cx="2149525" cy="8547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Facultades</a:t>
          </a:r>
        </a:p>
      </dsp:txBody>
      <dsp:txXfrm>
        <a:off x="8119360" y="2630350"/>
        <a:ext cx="2099453" cy="8047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C07F1-7DFD-43E2-A026-78007AC17167}">
      <dsp:nvSpPr>
        <dsp:cNvPr id="0" name=""/>
        <dsp:cNvSpPr/>
      </dsp:nvSpPr>
      <dsp:spPr>
        <a:xfrm>
          <a:off x="0" y="507420"/>
          <a:ext cx="96200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1BEB8-6215-4F9B-9788-AE2C879404A7}">
      <dsp:nvSpPr>
        <dsp:cNvPr id="0" name=""/>
        <dsp:cNvSpPr/>
      </dsp:nvSpPr>
      <dsp:spPr>
        <a:xfrm>
          <a:off x="481004" y="35100"/>
          <a:ext cx="6734063" cy="944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32" tIns="0" rIns="2545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Validación de las políticas por parte de la comunidad académica – Diciembre 2025</a:t>
          </a:r>
        </a:p>
      </dsp:txBody>
      <dsp:txXfrm>
        <a:off x="527118" y="81214"/>
        <a:ext cx="6641835" cy="852412"/>
      </dsp:txXfrm>
    </dsp:sp>
    <dsp:sp modelId="{AF0E192B-62E0-498E-B184-2770C4D2DD2F}">
      <dsp:nvSpPr>
        <dsp:cNvPr id="0" name=""/>
        <dsp:cNvSpPr/>
      </dsp:nvSpPr>
      <dsp:spPr>
        <a:xfrm>
          <a:off x="0" y="1958940"/>
          <a:ext cx="96200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1EA9F-372B-4CF8-A98C-3EECA086FF5C}">
      <dsp:nvSpPr>
        <dsp:cNvPr id="0" name=""/>
        <dsp:cNvSpPr/>
      </dsp:nvSpPr>
      <dsp:spPr>
        <a:xfrm>
          <a:off x="481004" y="1486620"/>
          <a:ext cx="6734063" cy="94464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32" tIns="0" rIns="2545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Consolidación de observaciones y/o comentarios – Diciembre 2025</a:t>
          </a:r>
        </a:p>
      </dsp:txBody>
      <dsp:txXfrm>
        <a:off x="527118" y="1532734"/>
        <a:ext cx="6641835" cy="852412"/>
      </dsp:txXfrm>
    </dsp:sp>
    <dsp:sp modelId="{7862DB03-1D6E-46B5-BEAA-5EE9C0735B9E}">
      <dsp:nvSpPr>
        <dsp:cNvPr id="0" name=""/>
        <dsp:cNvSpPr/>
      </dsp:nvSpPr>
      <dsp:spPr>
        <a:xfrm>
          <a:off x="0" y="3410459"/>
          <a:ext cx="96200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F3CDB-1901-4B18-B204-4F01AB751C74}">
      <dsp:nvSpPr>
        <dsp:cNvPr id="0" name=""/>
        <dsp:cNvSpPr/>
      </dsp:nvSpPr>
      <dsp:spPr>
        <a:xfrm>
          <a:off x="481004" y="2938140"/>
          <a:ext cx="6734063" cy="9446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32" tIns="0" rIns="2545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>
              <a:latin typeface="Aptos Narrow" panose="020B0004020202020204" pitchFamily="34" charset="0"/>
            </a:rPr>
            <a:t>Socialización de las políticas a agentes claves del proceso – Enero 2026</a:t>
          </a:r>
        </a:p>
      </dsp:txBody>
      <dsp:txXfrm>
        <a:off x="527118" y="2984254"/>
        <a:ext cx="6641835" cy="8524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2D3DC-014D-4E20-9A95-7AC04D26892D}">
      <dsp:nvSpPr>
        <dsp:cNvPr id="0" name=""/>
        <dsp:cNvSpPr/>
      </dsp:nvSpPr>
      <dsp:spPr>
        <a:xfrm>
          <a:off x="4698" y="0"/>
          <a:ext cx="779068" cy="77906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1A982-8279-4614-B67E-C79787856B1E}">
      <dsp:nvSpPr>
        <dsp:cNvPr id="0" name=""/>
        <dsp:cNvSpPr/>
      </dsp:nvSpPr>
      <dsp:spPr>
        <a:xfrm>
          <a:off x="82605" y="77906"/>
          <a:ext cx="623255" cy="623255"/>
        </a:xfrm>
        <a:prstGeom prst="chord">
          <a:avLst>
            <a:gd name="adj1" fmla="val 1168272"/>
            <a:gd name="adj2" fmla="val 963172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62633-AB76-488E-A02B-0B9B0E6906F8}">
      <dsp:nvSpPr>
        <dsp:cNvPr id="0" name=""/>
        <dsp:cNvSpPr/>
      </dsp:nvSpPr>
      <dsp:spPr>
        <a:xfrm>
          <a:off x="946073" y="779068"/>
          <a:ext cx="2304745" cy="3278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En enero se presentarán las bases en la instancia de socialización.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Mailing a las facultades con el llamado a concurso.</a:t>
          </a:r>
        </a:p>
      </dsp:txBody>
      <dsp:txXfrm>
        <a:off x="946073" y="779068"/>
        <a:ext cx="2304745" cy="3278581"/>
      </dsp:txXfrm>
    </dsp:sp>
    <dsp:sp modelId="{47DA4D65-5CEF-41B2-96D1-110969033551}">
      <dsp:nvSpPr>
        <dsp:cNvPr id="0" name=""/>
        <dsp:cNvSpPr/>
      </dsp:nvSpPr>
      <dsp:spPr>
        <a:xfrm>
          <a:off x="946073" y="0"/>
          <a:ext cx="2304745" cy="77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Display" panose="020B0004020202020204" pitchFamily="34" charset="0"/>
            </a:rPr>
            <a:t>Publicación del concurso</a:t>
          </a:r>
        </a:p>
      </dsp:txBody>
      <dsp:txXfrm>
        <a:off x="946073" y="0"/>
        <a:ext cx="2304745" cy="779068"/>
      </dsp:txXfrm>
    </dsp:sp>
    <dsp:sp modelId="{5F045AE6-10B4-4443-8FF7-29E6BAB6DFFD}">
      <dsp:nvSpPr>
        <dsp:cNvPr id="0" name=""/>
        <dsp:cNvSpPr/>
      </dsp:nvSpPr>
      <dsp:spPr>
        <a:xfrm>
          <a:off x="3413124" y="0"/>
          <a:ext cx="779068" cy="77906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5971D-BE94-474B-BC6A-66D8220DAD70}">
      <dsp:nvSpPr>
        <dsp:cNvPr id="0" name=""/>
        <dsp:cNvSpPr/>
      </dsp:nvSpPr>
      <dsp:spPr>
        <a:xfrm>
          <a:off x="3491031" y="77906"/>
          <a:ext cx="623255" cy="623255"/>
        </a:xfrm>
        <a:prstGeom prst="chord">
          <a:avLst>
            <a:gd name="adj1" fmla="val 20431728"/>
            <a:gd name="adj2" fmla="val 1196827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8DAB7-EB91-4C78-864F-29BB350241E6}">
      <dsp:nvSpPr>
        <dsp:cNvPr id="0" name=""/>
        <dsp:cNvSpPr/>
      </dsp:nvSpPr>
      <dsp:spPr>
        <a:xfrm>
          <a:off x="4354499" y="779068"/>
          <a:ext cx="2304745" cy="3278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El plazo de postulación será hasta el 31 de marzo.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Durante la primera quincena de abril se evaluarán las postulaciones.</a:t>
          </a:r>
        </a:p>
      </dsp:txBody>
      <dsp:txXfrm>
        <a:off x="4354499" y="779068"/>
        <a:ext cx="2304745" cy="3278581"/>
      </dsp:txXfrm>
    </dsp:sp>
    <dsp:sp modelId="{C0E52F3B-E193-43F7-A05A-DC553910AC63}">
      <dsp:nvSpPr>
        <dsp:cNvPr id="0" name=""/>
        <dsp:cNvSpPr/>
      </dsp:nvSpPr>
      <dsp:spPr>
        <a:xfrm>
          <a:off x="4354499" y="0"/>
          <a:ext cx="2304745" cy="77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Display" panose="020B0004020202020204" pitchFamily="34" charset="0"/>
            </a:rPr>
            <a:t>Revisión de las postulaciones</a:t>
          </a:r>
        </a:p>
      </dsp:txBody>
      <dsp:txXfrm>
        <a:off x="4354499" y="0"/>
        <a:ext cx="2304745" cy="779068"/>
      </dsp:txXfrm>
    </dsp:sp>
    <dsp:sp modelId="{8263962F-1F19-4663-AE94-77CF2B8CDF8E}">
      <dsp:nvSpPr>
        <dsp:cNvPr id="0" name=""/>
        <dsp:cNvSpPr/>
      </dsp:nvSpPr>
      <dsp:spPr>
        <a:xfrm>
          <a:off x="6821551" y="0"/>
          <a:ext cx="779068" cy="77906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62C29-0966-488C-BB87-CE06FA5B28CC}">
      <dsp:nvSpPr>
        <dsp:cNvPr id="0" name=""/>
        <dsp:cNvSpPr/>
      </dsp:nvSpPr>
      <dsp:spPr>
        <a:xfrm>
          <a:off x="6899457" y="77906"/>
          <a:ext cx="623255" cy="623255"/>
        </a:xfrm>
        <a:prstGeom prst="chord">
          <a:avLst>
            <a:gd name="adj1" fmla="val 162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C0593-A6E9-4DF3-9C3E-5306A9B9DA41}">
      <dsp:nvSpPr>
        <dsp:cNvPr id="0" name=""/>
        <dsp:cNvSpPr/>
      </dsp:nvSpPr>
      <dsp:spPr>
        <a:xfrm>
          <a:off x="7762925" y="779068"/>
          <a:ext cx="2304745" cy="3278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En mayo se adjudicarán las propuestas.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Display" panose="020B0004020202020204" pitchFamily="34" charset="0"/>
            </a:rPr>
            <a:t>Disposición de los recursos.</a:t>
          </a:r>
        </a:p>
      </dsp:txBody>
      <dsp:txXfrm>
        <a:off x="7762925" y="779068"/>
        <a:ext cx="2304745" cy="3278581"/>
      </dsp:txXfrm>
    </dsp:sp>
    <dsp:sp modelId="{D978AEFD-60F8-423E-AABA-6C5561D038ED}">
      <dsp:nvSpPr>
        <dsp:cNvPr id="0" name=""/>
        <dsp:cNvSpPr/>
      </dsp:nvSpPr>
      <dsp:spPr>
        <a:xfrm>
          <a:off x="7762925" y="0"/>
          <a:ext cx="2304745" cy="77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Display" panose="020B0004020202020204" pitchFamily="34" charset="0"/>
            </a:rPr>
            <a:t>Adjudicación de las propuestas</a:t>
          </a:r>
        </a:p>
      </dsp:txBody>
      <dsp:txXfrm>
        <a:off x="7762925" y="0"/>
        <a:ext cx="2304745" cy="7790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F755A-B428-4A78-A1EE-8599109D2F3C}">
      <dsp:nvSpPr>
        <dsp:cNvPr id="0" name=""/>
        <dsp:cNvSpPr/>
      </dsp:nvSpPr>
      <dsp:spPr>
        <a:xfrm>
          <a:off x="0" y="1648"/>
          <a:ext cx="9043670" cy="0"/>
        </a:xfrm>
        <a:prstGeom prst="line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89C57-F09B-4409-A47A-D8E59F1B73CE}">
      <dsp:nvSpPr>
        <dsp:cNvPr id="0" name=""/>
        <dsp:cNvSpPr/>
      </dsp:nvSpPr>
      <dsp:spPr>
        <a:xfrm>
          <a:off x="0" y="1648"/>
          <a:ext cx="1808734" cy="3373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Narrow" panose="020B0004020202020204" pitchFamily="34" charset="0"/>
            </a:rPr>
            <a:t>Indicadores sobre vinculación de la investigación con la docencia de pregrado</a:t>
          </a:r>
        </a:p>
      </dsp:txBody>
      <dsp:txXfrm>
        <a:off x="0" y="1648"/>
        <a:ext cx="1808734" cy="3373155"/>
      </dsp:txXfrm>
    </dsp:sp>
    <dsp:sp modelId="{64BC9F2E-C4FB-4350-A134-7496D3916A76}">
      <dsp:nvSpPr>
        <dsp:cNvPr id="0" name=""/>
        <dsp:cNvSpPr/>
      </dsp:nvSpPr>
      <dsp:spPr>
        <a:xfrm>
          <a:off x="1944389" y="42801"/>
          <a:ext cx="7099280" cy="1091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satisfacción de académicos y/o estudiantes consultados sobre la vinculación actual de la investigación con programas de pregrado, y su articulación existentes con programas de postgrado.</a:t>
          </a:r>
        </a:p>
      </dsp:txBody>
      <dsp:txXfrm>
        <a:off x="1944389" y="42801"/>
        <a:ext cx="7099280" cy="1091823"/>
      </dsp:txXfrm>
    </dsp:sp>
    <dsp:sp modelId="{EBFB8C3E-53BF-48C0-9131-0798D6D7864D}">
      <dsp:nvSpPr>
        <dsp:cNvPr id="0" name=""/>
        <dsp:cNvSpPr/>
      </dsp:nvSpPr>
      <dsp:spPr>
        <a:xfrm>
          <a:off x="1808733" y="1262129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C5177-AF3B-41A9-BA98-9F214F2AF9A2}">
      <dsp:nvSpPr>
        <dsp:cNvPr id="0" name=""/>
        <dsp:cNvSpPr/>
      </dsp:nvSpPr>
      <dsp:spPr>
        <a:xfrm>
          <a:off x="1944389" y="1380864"/>
          <a:ext cx="7099280" cy="61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acciones de vinculación entre investigación y docencia de pregrado.</a:t>
          </a:r>
        </a:p>
      </dsp:txBody>
      <dsp:txXfrm>
        <a:off x="1944389" y="1380864"/>
        <a:ext cx="7099280" cy="613610"/>
      </dsp:txXfrm>
    </dsp:sp>
    <dsp:sp modelId="{83A6B08A-2EE9-44EB-9148-B593B4A6D4C2}">
      <dsp:nvSpPr>
        <dsp:cNvPr id="0" name=""/>
        <dsp:cNvSpPr/>
      </dsp:nvSpPr>
      <dsp:spPr>
        <a:xfrm>
          <a:off x="1808733" y="2044398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CF0EC-2F20-41D4-848E-AC9AFEC62E28}">
      <dsp:nvSpPr>
        <dsp:cNvPr id="0" name=""/>
        <dsp:cNvSpPr/>
      </dsp:nvSpPr>
      <dsp:spPr>
        <a:xfrm>
          <a:off x="1944389" y="2110140"/>
          <a:ext cx="7099280" cy="61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asignaturas disciplinarias que evidencien vinculación entre investigación y docencia de pregrado.</a:t>
          </a:r>
          <a:r>
            <a:rPr lang="es-CL" sz="1800" kern="1200" dirty="0">
              <a:latin typeface="Aptos Narrow" panose="020B0004020202020204" pitchFamily="34" charset="0"/>
            </a:rPr>
            <a:t> </a:t>
          </a:r>
          <a:endParaRPr lang="es-CL" sz="4600" kern="1200" dirty="0">
            <a:latin typeface="Aptos Narrow" panose="020B0004020202020204" pitchFamily="34" charset="0"/>
          </a:endParaRPr>
        </a:p>
      </dsp:txBody>
      <dsp:txXfrm>
        <a:off x="1944389" y="2110140"/>
        <a:ext cx="7099280" cy="618535"/>
      </dsp:txXfrm>
    </dsp:sp>
    <dsp:sp modelId="{2B020F14-591C-4054-8115-F0A300475B8B}">
      <dsp:nvSpPr>
        <dsp:cNvPr id="0" name=""/>
        <dsp:cNvSpPr/>
      </dsp:nvSpPr>
      <dsp:spPr>
        <a:xfrm>
          <a:off x="1808733" y="2831591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F755A-B428-4A78-A1EE-8599109D2F3C}">
      <dsp:nvSpPr>
        <dsp:cNvPr id="0" name=""/>
        <dsp:cNvSpPr/>
      </dsp:nvSpPr>
      <dsp:spPr>
        <a:xfrm>
          <a:off x="0" y="1495"/>
          <a:ext cx="9043670" cy="0"/>
        </a:xfrm>
        <a:prstGeom prst="line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89C57-F09B-4409-A47A-D8E59F1B73CE}">
      <dsp:nvSpPr>
        <dsp:cNvPr id="0" name=""/>
        <dsp:cNvSpPr/>
      </dsp:nvSpPr>
      <dsp:spPr>
        <a:xfrm>
          <a:off x="0" y="1495"/>
          <a:ext cx="1808734" cy="3059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>
              <a:latin typeface="Aptos Narrow" panose="020B0004020202020204" pitchFamily="34" charset="0"/>
            </a:rPr>
            <a:t>Indicadores sobre articulación entre programas de pre y postgrado</a:t>
          </a:r>
          <a:endParaRPr lang="es-CL" sz="2000" kern="1200" dirty="0">
            <a:latin typeface="Aptos Narrow" panose="020B0004020202020204" pitchFamily="34" charset="0"/>
          </a:endParaRPr>
        </a:p>
      </dsp:txBody>
      <dsp:txXfrm>
        <a:off x="0" y="1495"/>
        <a:ext cx="1808734" cy="3059614"/>
      </dsp:txXfrm>
    </dsp:sp>
    <dsp:sp modelId="{64BC9F2E-C4FB-4350-A134-7496D3916A76}">
      <dsp:nvSpPr>
        <dsp:cNvPr id="0" name=""/>
        <dsp:cNvSpPr/>
      </dsp:nvSpPr>
      <dsp:spPr>
        <a:xfrm>
          <a:off x="1944389" y="66930"/>
          <a:ext cx="7099280" cy="130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satisfacción de académicos y/o estudiantes consultados sobre la vinculación actual de la investigación con programas de pregrado, y su articulación existentes con programas de postgrado.</a:t>
          </a:r>
        </a:p>
      </dsp:txBody>
      <dsp:txXfrm>
        <a:off x="1944389" y="66930"/>
        <a:ext cx="7099280" cy="1308702"/>
      </dsp:txXfrm>
    </dsp:sp>
    <dsp:sp modelId="{EBFB8C3E-53BF-48C0-9131-0798D6D7864D}">
      <dsp:nvSpPr>
        <dsp:cNvPr id="0" name=""/>
        <dsp:cNvSpPr/>
      </dsp:nvSpPr>
      <dsp:spPr>
        <a:xfrm>
          <a:off x="1808733" y="1375632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D3099-8329-47DA-9638-32FBCDF7C983}">
      <dsp:nvSpPr>
        <dsp:cNvPr id="0" name=""/>
        <dsp:cNvSpPr/>
      </dsp:nvSpPr>
      <dsp:spPr>
        <a:xfrm>
          <a:off x="1944389" y="1441067"/>
          <a:ext cx="7099280" cy="708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acciones de articulación entre programas de pre y postgrado.</a:t>
          </a:r>
        </a:p>
      </dsp:txBody>
      <dsp:txXfrm>
        <a:off x="1944389" y="1441067"/>
        <a:ext cx="7099280" cy="708832"/>
      </dsp:txXfrm>
    </dsp:sp>
    <dsp:sp modelId="{E912D418-7E89-4935-A645-55A2EE5A6884}">
      <dsp:nvSpPr>
        <dsp:cNvPr id="0" name=""/>
        <dsp:cNvSpPr/>
      </dsp:nvSpPr>
      <dsp:spPr>
        <a:xfrm>
          <a:off x="1808733" y="2149900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D016E-1C49-4AA8-B217-E1D21CA44722}">
      <dsp:nvSpPr>
        <dsp:cNvPr id="0" name=""/>
        <dsp:cNvSpPr/>
      </dsp:nvSpPr>
      <dsp:spPr>
        <a:xfrm>
          <a:off x="1944389" y="2215335"/>
          <a:ext cx="7099280" cy="77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latin typeface="Aptos Narrow" panose="020B0004020202020204" pitchFamily="34" charset="0"/>
            </a:rPr>
            <a:t>Porcentaje de programas de pregrado articulados con programas de postgrado.</a:t>
          </a:r>
        </a:p>
      </dsp:txBody>
      <dsp:txXfrm>
        <a:off x="1944389" y="2215335"/>
        <a:ext cx="7099280" cy="777787"/>
      </dsp:txXfrm>
    </dsp:sp>
    <dsp:sp modelId="{C7B6AC0E-22CB-4294-ADBD-833F2429A852}">
      <dsp:nvSpPr>
        <dsp:cNvPr id="0" name=""/>
        <dsp:cNvSpPr/>
      </dsp:nvSpPr>
      <dsp:spPr>
        <a:xfrm>
          <a:off x="1808733" y="2993123"/>
          <a:ext cx="72349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CD939-7D6E-4E2A-BCB5-D427B0F3C2F6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144C1-3A0B-41F1-B0F0-6DB7846046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346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144C1-3A0B-41F1-B0F0-6DB7846046D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851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732B726-75E7-F4DA-C5EA-28240AE4B0C8}"/>
              </a:ext>
            </a:extLst>
          </p:cNvPr>
          <p:cNvSpPr txBox="1"/>
          <p:nvPr/>
        </p:nvSpPr>
        <p:spPr>
          <a:xfrm>
            <a:off x="720811" y="3544114"/>
            <a:ext cx="107503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PROYECTO USA23992</a:t>
            </a:r>
          </a:p>
          <a:p>
            <a:pPr algn="ctr"/>
            <a:r>
              <a:rPr lang="es-CL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INVESTIGACIÓN – PREGRADO – POSTGRADO</a:t>
            </a:r>
          </a:p>
          <a:p>
            <a:pPr algn="ctr"/>
            <a:endParaRPr lang="es-CL"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s-ES" sz="2400" b="1" i="1" dirty="0">
                <a:solidFill>
                  <a:schemeClr val="bg1"/>
                </a:solidFill>
              </a:rPr>
              <a:t>“</a:t>
            </a:r>
            <a:r>
              <a:rPr lang="es-MX" sz="2400" b="1" i="1" dirty="0">
                <a:solidFill>
                  <a:schemeClr val="bg1"/>
                </a:solidFill>
              </a:rPr>
              <a:t>Implementación de políticas de vinculación de la investigación con el pregrado, y articulación entre programas de pre y posgrado, fortaleciendo la generación de capital humano avanzado</a:t>
            </a:r>
            <a:r>
              <a:rPr lang="es-ES" sz="2400" b="1" i="1" dirty="0">
                <a:solidFill>
                  <a:schemeClr val="bg1"/>
                </a:solidFill>
              </a:rPr>
              <a:t>”</a:t>
            </a:r>
            <a:endParaRPr lang="es-CL"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4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97B92-D5ED-1026-1D2A-D7C4EB0D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189;p3">
            <a:extLst>
              <a:ext uri="{FF2B5EF4-FFF2-40B4-BE49-F238E27FC236}">
                <a16:creationId xmlns:a16="http://schemas.microsoft.com/office/drawing/2014/main" id="{22F18D09-4E69-BAE5-6C5B-B0BDB524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337026"/>
              </p:ext>
            </p:extLst>
          </p:nvPr>
        </p:nvGraphicFramePr>
        <p:xfrm>
          <a:off x="1387386" y="1220505"/>
          <a:ext cx="9996876" cy="48618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6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0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460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u="none" strike="noStrike" cap="none" dirty="0">
                          <a:solidFill>
                            <a:schemeClr val="lt1"/>
                          </a:solidFill>
                          <a:latin typeface="Aptos Display" panose="020B0004020202020204" pitchFamily="3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 b="1" u="none" strike="noStrike" cap="none" dirty="0">
                        <a:solidFill>
                          <a:schemeClr val="lt1"/>
                        </a:solidFill>
                        <a:latin typeface="Aptos Display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MX" sz="1300" b="1" u="none" strike="noStrike" cap="none" dirty="0">
                          <a:solidFill>
                            <a:schemeClr val="lt1"/>
                          </a:solidFill>
                          <a:latin typeface="Aptos Display" panose="020B0004020202020204" pitchFamily="34" charset="0"/>
                          <a:ea typeface="Arial"/>
                          <a:cs typeface="Arial"/>
                          <a:sym typeface="Arial"/>
                        </a:rPr>
                        <a:t>OBJETIVO GENERAL</a:t>
                      </a:r>
                      <a:endParaRPr sz="1300" b="1" u="none" strike="noStrike" cap="none" dirty="0">
                        <a:solidFill>
                          <a:schemeClr val="lt1"/>
                        </a:solidFill>
                        <a:latin typeface="Aptos Display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dirty="0">
                          <a:latin typeface="Aptos Display" panose="020B0004020202020204" pitchFamily="34" charset="0"/>
                        </a:rPr>
                        <a:t>Fortalecer la vinculación de la investigación con la docencia de pregrado, y la articulación entre programas de pre y postgrado, para integrar conocimientos multidisciplinarios a través de la implementación de una política universitaria. </a:t>
                      </a:r>
                      <a:endParaRPr sz="1400" u="none" strike="noStrike" cap="none" dirty="0">
                        <a:latin typeface="Aptos Display" panose="020B0004020202020204" pitchFamily="34" charset="0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60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MX" sz="1300" b="1" u="none" strike="noStrike" cap="none">
                          <a:solidFill>
                            <a:schemeClr val="lt1"/>
                          </a:solidFill>
                          <a:latin typeface="Aptos Display" panose="020B0004020202020204" pitchFamily="34" charset="0"/>
                          <a:ea typeface="Arial"/>
                          <a:cs typeface="Arial"/>
                          <a:sym typeface="Arial"/>
                        </a:rPr>
                        <a:t>OBJETIVO ESPECÍFICO N°1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Aptos Display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dirty="0">
                          <a:latin typeface="Aptos Display" panose="020B0004020202020204" pitchFamily="34" charset="0"/>
                        </a:rPr>
                        <a:t>Vincular la investigación y la docencia de pregrado, y la articulación entre programas de pre y postgrado para fortalecer el conocimiento multidisciplinario avanzado en el estudiantado a través del rediseño de políticas institucionales. </a:t>
                      </a:r>
                      <a:endParaRPr sz="1400" u="none" strike="noStrike" cap="none" dirty="0">
                        <a:latin typeface="Aptos Display" panose="020B0004020202020204" pitchFamily="34" charset="0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6919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MX" sz="1300" b="1" u="none" strike="noStrike" cap="none">
                          <a:solidFill>
                            <a:schemeClr val="lt1"/>
                          </a:solidFill>
                          <a:latin typeface="Aptos Display" panose="020B0004020202020204" pitchFamily="34" charset="0"/>
                          <a:ea typeface="Arial"/>
                          <a:cs typeface="Arial"/>
                          <a:sym typeface="Arial"/>
                        </a:rPr>
                        <a:t>OBJETIVO ESPECÍFICO N°2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Aptos Display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dirty="0">
                          <a:latin typeface="Aptos Display" panose="020B0004020202020204" pitchFamily="34" charset="0"/>
                        </a:rPr>
                        <a:t>Implementar las políticas institucionales de vinculación entre la investigación y la docencia de pregrado, y de la articulación entre programas de pre y postgrado para fortalecer el conocimiento multidisciplinario avanzado en el estudiantado mediante la ejecución de estrategias y acciones de integración. </a:t>
                      </a:r>
                      <a:endParaRPr sz="1400" u="none" strike="noStrike" cap="none" dirty="0">
                        <a:latin typeface="Aptos Display" panose="020B0004020202020204" pitchFamily="34" charset="0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232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MX" sz="1300" b="1" u="none" strike="noStrike" cap="none">
                          <a:solidFill>
                            <a:schemeClr val="lt1"/>
                          </a:solidFill>
                          <a:latin typeface="Aptos Display" panose="020B0004020202020204" pitchFamily="34" charset="0"/>
                          <a:ea typeface="Arial"/>
                          <a:cs typeface="Arial"/>
                          <a:sym typeface="Arial"/>
                        </a:rPr>
                        <a:t>OBJETIVO ESPECÍFICO N°3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Aptos Display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dirty="0">
                          <a:latin typeface="Aptos Display" panose="020B0004020202020204" pitchFamily="34" charset="0"/>
                        </a:rPr>
                        <a:t>Desarrollar un sistema de monitoreo de las políticas de vinculación de la investigación con la docencia de pregrado y de articulación entre programas de pre y postgrado con el propósito de retroalimentar su implementación a través de un seguimiento transversal. </a:t>
                      </a:r>
                      <a:endParaRPr sz="1400" u="none" strike="noStrike" cap="none" dirty="0">
                        <a:latin typeface="Aptos Display" panose="020B0004020202020204" pitchFamily="34" charset="0"/>
                      </a:endParaRPr>
                    </a:p>
                  </a:txBody>
                  <a:tcPr marL="95250" marR="95250" marT="95250" marB="95250" anchor="ctr">
                    <a:lnL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91ED91E6-C0CA-CB96-5E73-9F70E4C8D753}"/>
              </a:ext>
            </a:extLst>
          </p:cNvPr>
          <p:cNvSpPr txBox="1"/>
          <p:nvPr/>
        </p:nvSpPr>
        <p:spPr>
          <a:xfrm>
            <a:off x="1387386" y="502629"/>
            <a:ext cx="7571262" cy="546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3960"/>
            </a:pPr>
            <a:r>
              <a:rPr lang="es-CL" sz="2800" b="1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Arial"/>
                <a:sym typeface="Arial"/>
              </a:rPr>
              <a:t>ASPECTOS GENERALES DEL PROYECTO</a:t>
            </a:r>
            <a:endParaRPr sz="28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212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A6BE-E1EC-8D1C-B95F-03A1F3BF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09E89844-AA01-E384-7CAA-9B1CD218801D}"/>
              </a:ext>
            </a:extLst>
          </p:cNvPr>
          <p:cNvSpPr txBox="1"/>
          <p:nvPr/>
        </p:nvSpPr>
        <p:spPr>
          <a:xfrm>
            <a:off x="1387386" y="502629"/>
            <a:ext cx="7571262" cy="546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3960"/>
            </a:pPr>
            <a:r>
              <a:rPr lang="es-CL" sz="28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Arial"/>
                <a:cs typeface="Arial"/>
                <a:sym typeface="Arial"/>
              </a:rPr>
              <a:t>DESARROLLO DEL PROYECTO A LA FECHA</a:t>
            </a:r>
            <a:endParaRPr sz="28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1B1EA51-F725-DF02-9255-F7BD936F71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660955"/>
              </p:ext>
            </p:extLst>
          </p:nvPr>
        </p:nvGraphicFramePr>
        <p:xfrm>
          <a:off x="1439425" y="1247310"/>
          <a:ext cx="8693665" cy="4556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195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C6E9-46ED-0C48-FD92-F92C3809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0;p31">
            <a:extLst>
              <a:ext uri="{FF2B5EF4-FFF2-40B4-BE49-F238E27FC236}">
                <a16:creationId xmlns:a16="http://schemas.microsoft.com/office/drawing/2014/main" id="{6FD086C4-D040-316C-96C8-E2EFDD2418D6}"/>
              </a:ext>
            </a:extLst>
          </p:cNvPr>
          <p:cNvSpPr txBox="1">
            <a:spLocks/>
          </p:cNvSpPr>
          <p:nvPr/>
        </p:nvSpPr>
        <p:spPr>
          <a:xfrm>
            <a:off x="1580686" y="415461"/>
            <a:ext cx="9767700" cy="7707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39" indent="0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None/>
            </a:pPr>
            <a:r>
              <a:rPr lang="es-MX" b="1" dirty="0">
                <a:latin typeface="Aptos Display" panose="020B0004020202020204" pitchFamily="34" charset="0"/>
              </a:rPr>
              <a:t>I. DIAGNÓSTICO INSTITUCIONAL</a:t>
            </a:r>
            <a:endParaRPr lang="es-MX" dirty="0">
              <a:latin typeface="Aptos Display" panose="020B0004020202020204" pitchFamily="34" charset="0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  <a:p>
            <a:pPr marL="457200" lvl="1" indent="0">
              <a:buClr>
                <a:schemeClr val="dk1"/>
              </a:buClr>
              <a:buSzPts val="24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05E92FD-13A2-61BF-4A39-7E8F3F7C24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327992"/>
              </p:ext>
            </p:extLst>
          </p:nvPr>
        </p:nvGraphicFramePr>
        <p:xfrm>
          <a:off x="1308837" y="1252387"/>
          <a:ext cx="9767699" cy="5057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718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58A5-0E41-07A6-9A4F-35CFC4C8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0;p31">
            <a:extLst>
              <a:ext uri="{FF2B5EF4-FFF2-40B4-BE49-F238E27FC236}">
                <a16:creationId xmlns:a16="http://schemas.microsoft.com/office/drawing/2014/main" id="{F3BFBA46-11B9-8E4D-9D61-DC4E725F54A4}"/>
              </a:ext>
            </a:extLst>
          </p:cNvPr>
          <p:cNvSpPr txBox="1">
            <a:spLocks/>
          </p:cNvSpPr>
          <p:nvPr/>
        </p:nvSpPr>
        <p:spPr>
          <a:xfrm>
            <a:off x="1580686" y="415461"/>
            <a:ext cx="9767700" cy="7707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39" indent="0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None/>
            </a:pPr>
            <a:r>
              <a:rPr lang="es-MX" b="1" dirty="0">
                <a:latin typeface="Aptos Display" panose="020B0004020202020204" pitchFamily="34" charset="0"/>
              </a:rPr>
              <a:t>DIAGNÓSTICO INSTITUCIONAL</a:t>
            </a:r>
            <a:endParaRPr lang="es-MX" dirty="0">
              <a:latin typeface="Aptos Display" panose="020B0004020202020204" pitchFamily="34" charset="0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  <a:p>
            <a:pPr marL="457200" lvl="1" indent="0">
              <a:buClr>
                <a:schemeClr val="dk1"/>
              </a:buClr>
              <a:buSzPts val="24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A02548B-5CDA-F67E-27F7-CDA9CE1FFD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274190"/>
              </p:ext>
            </p:extLst>
          </p:nvPr>
        </p:nvGraphicFramePr>
        <p:xfrm>
          <a:off x="1239861" y="1297460"/>
          <a:ext cx="102024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444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A45A-C597-4ADE-4520-A5E31CBF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0;p31">
            <a:extLst>
              <a:ext uri="{FF2B5EF4-FFF2-40B4-BE49-F238E27FC236}">
                <a16:creationId xmlns:a16="http://schemas.microsoft.com/office/drawing/2014/main" id="{378B59AE-E24C-76AA-CBFE-CDF6F5D8ADCC}"/>
              </a:ext>
            </a:extLst>
          </p:cNvPr>
          <p:cNvSpPr txBox="1">
            <a:spLocks/>
          </p:cNvSpPr>
          <p:nvPr/>
        </p:nvSpPr>
        <p:spPr>
          <a:xfrm>
            <a:off x="1580686" y="415461"/>
            <a:ext cx="9767700" cy="7707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39" indent="0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None/>
            </a:pPr>
            <a:r>
              <a:rPr lang="es-MX" b="1" dirty="0">
                <a:latin typeface="Aptos Display" panose="020B0004020202020204" pitchFamily="34" charset="0"/>
              </a:rPr>
              <a:t>DIAGNÓSTICO INSTITUCIONAL</a:t>
            </a:r>
            <a:endParaRPr lang="es-MX" dirty="0">
              <a:latin typeface="Aptos Display" panose="020B0004020202020204" pitchFamily="34" charset="0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  <a:p>
            <a:pPr marL="457200" lvl="1" indent="0">
              <a:buClr>
                <a:schemeClr val="dk1"/>
              </a:buClr>
              <a:buSzPts val="2400"/>
              <a:buFont typeface="Arial" panose="020B0604020202020204" pitchFamily="34" charset="0"/>
              <a:buNone/>
            </a:pPr>
            <a:endParaRPr lang="es-MX" dirty="0">
              <a:latin typeface="Aptos Display" panose="020B00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5F38054-E7BA-230F-8768-74E21D0C8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101066"/>
              </p:ext>
            </p:extLst>
          </p:nvPr>
        </p:nvGraphicFramePr>
        <p:xfrm>
          <a:off x="1276516" y="1208896"/>
          <a:ext cx="1036354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010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DF5A-3419-57CB-5989-C3212ED0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0CAE9D6-09F3-013F-BBFC-7B275A057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328" y="411193"/>
            <a:ext cx="5762172" cy="660174"/>
          </a:xfrm>
        </p:spPr>
        <p:txBody>
          <a:bodyPr>
            <a:normAutofit/>
          </a:bodyPr>
          <a:lstStyle/>
          <a:p>
            <a:r>
              <a:rPr lang="es-CL" sz="2800" b="1" dirty="0">
                <a:latin typeface="Aptos Display" panose="020B0004020202020204" pitchFamily="34" charset="0"/>
              </a:rPr>
              <a:t>II. POLÍTICAS INSTITUCIONALES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292EAF3-81C6-B4F5-79A9-D47E6571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63" y="1179912"/>
            <a:ext cx="3477670" cy="501209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55B969E-CEE0-81B8-2227-22CFBEC2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380" y="1179912"/>
            <a:ext cx="3415591" cy="50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3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BCB2-5444-EB30-F6E1-ACE066E8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30954-52AE-C9F0-1730-C382590F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569" y="410846"/>
            <a:ext cx="8932862" cy="734014"/>
          </a:xfrm>
        </p:spPr>
        <p:txBody>
          <a:bodyPr>
            <a:noAutofit/>
          </a:bodyPr>
          <a:lstStyle/>
          <a:p>
            <a:r>
              <a:rPr lang="es-CL" sz="2800" b="1" dirty="0">
                <a:latin typeface="Aptos Narrow" panose="020B0004020202020204" pitchFamily="34" charset="0"/>
              </a:rPr>
              <a:t>III. VALIDACIÓN POR PARTE DE LA COMUNIDAD ACADÉMICA</a:t>
            </a:r>
            <a:endParaRPr lang="es-CL" sz="2800" b="1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37D400CA-6B2E-B648-3DD8-B2556CDF8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001947"/>
              </p:ext>
            </p:extLst>
          </p:nvPr>
        </p:nvGraphicFramePr>
        <p:xfrm>
          <a:off x="875744" y="1669966"/>
          <a:ext cx="10440512" cy="4070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968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70CB-04F6-DC78-9FAA-E34F33CB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97CB0-5DE0-090C-DBDE-A1C6529B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058" y="410845"/>
            <a:ext cx="8932862" cy="857885"/>
          </a:xfrm>
        </p:spPr>
        <p:txBody>
          <a:bodyPr>
            <a:noAutofit/>
          </a:bodyPr>
          <a:lstStyle/>
          <a:p>
            <a:r>
              <a:rPr lang="es-CL" sz="2800" b="1" dirty="0">
                <a:latin typeface="Aptos Narrow" panose="020B0004020202020204" pitchFamily="34" charset="0"/>
              </a:rPr>
              <a:t>IV. SOCIALIZACIÓN DE LAS POLÍTICAS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5BAEFA4-60DA-14AD-5DFD-D2AD74A126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607444"/>
              </p:ext>
            </p:extLst>
          </p:nvPr>
        </p:nvGraphicFramePr>
        <p:xfrm>
          <a:off x="1285954" y="1485900"/>
          <a:ext cx="9620091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1987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57D407-90E2-3A19-DAB8-21A2B3A5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5E3C8-8B5C-0654-B0EB-27518A6F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058" y="420246"/>
            <a:ext cx="8932862" cy="857885"/>
          </a:xfrm>
        </p:spPr>
        <p:txBody>
          <a:bodyPr>
            <a:noAutofit/>
          </a:bodyPr>
          <a:lstStyle/>
          <a:p>
            <a:r>
              <a:rPr lang="es-CL" sz="2800" b="1" dirty="0">
                <a:latin typeface="Aptos Display" panose="020B0004020202020204" pitchFamily="34" charset="0"/>
              </a:rPr>
              <a:t>Fondos concursables para la implementación de las políticas institucionales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29397A3-6F96-9EDE-FC16-6952ABD55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370613"/>
              </p:ext>
            </p:extLst>
          </p:nvPr>
        </p:nvGraphicFramePr>
        <p:xfrm>
          <a:off x="900430" y="1988820"/>
          <a:ext cx="10072370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37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DFB550-8148-A81F-39D8-1C5A9914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9CA78-6B6C-3A79-1634-73EC54F0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058" y="420246"/>
            <a:ext cx="8932862" cy="857885"/>
          </a:xfrm>
        </p:spPr>
        <p:txBody>
          <a:bodyPr>
            <a:noAutofit/>
          </a:bodyPr>
          <a:lstStyle/>
          <a:p>
            <a:r>
              <a:rPr lang="es-CL" sz="2800" b="1" dirty="0">
                <a:latin typeface="Aptos Display" panose="020B0004020202020204" pitchFamily="34" charset="0"/>
              </a:rPr>
              <a:t>Fondos concursables para la implementación de las políticas institucionales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AB0A938-15F8-19B8-8E0B-735B70BDD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435966"/>
              </p:ext>
            </p:extLst>
          </p:nvPr>
        </p:nvGraphicFramePr>
        <p:xfrm>
          <a:off x="1908629" y="2412758"/>
          <a:ext cx="8127999" cy="3032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456067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264692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31546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Aptos Display" panose="020B0004020202020204" pitchFamily="34" charset="0"/>
                        </a:rPr>
                        <a:t>PARTIDA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Aptos Display" panose="020B0004020202020204" pitchFamily="34" charset="0"/>
                        </a:rPr>
                        <a:t>ÍTEM DE GASTO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Aptos Display" panose="020B0004020202020204" pitchFamily="34" charset="0"/>
                        </a:rPr>
                        <a:t>MONTO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32168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Recursos Humanos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Honorarios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dirty="0">
                          <a:latin typeface="Aptos Display" panose="020B0004020202020204" pitchFamily="34" charset="0"/>
                        </a:rPr>
                        <a:t>$10.000.000.-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105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CL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Becas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dirty="0">
                          <a:latin typeface="Aptos Display" panose="020B0004020202020204" pitchFamily="34" charset="0"/>
                        </a:rPr>
                        <a:t>$5.000.000.-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317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Gastos de 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Materiales pedagógicos e insumos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dirty="0">
                          <a:latin typeface="Aptos Display" panose="020B0004020202020204" pitchFamily="34" charset="0"/>
                        </a:rPr>
                        <a:t>$1.500.000.-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3089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CL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Servicios de apoyo académico y difusión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dirty="0">
                          <a:latin typeface="Aptos Display" panose="020B0004020202020204" pitchFamily="34" charset="0"/>
                        </a:rPr>
                        <a:t>$1.250.000.-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71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Bienes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Equipamiento e instrumental de apoyo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Display" panose="020B0004020202020204" pitchFamily="34" charset="0"/>
                        </a:rPr>
                        <a:t>$15.000.000.-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108962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706FED5D-52E7-0646-2F47-53028CE296E7}"/>
              </a:ext>
            </a:extLst>
          </p:cNvPr>
          <p:cNvSpPr txBox="1">
            <a:spLocks/>
          </p:cNvSpPr>
          <p:nvPr/>
        </p:nvSpPr>
        <p:spPr>
          <a:xfrm>
            <a:off x="1857058" y="1404557"/>
            <a:ext cx="8179570" cy="857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dirty="0">
                <a:latin typeface="Aptos Display" panose="020B0004020202020204" pitchFamily="34" charset="0"/>
              </a:rPr>
              <a:t>Presupuesto total:  $327.500.000</a:t>
            </a:r>
          </a:p>
          <a:p>
            <a:r>
              <a:rPr lang="es-CL" sz="2000" dirty="0">
                <a:latin typeface="Aptos Display" panose="020B0004020202020204" pitchFamily="34" charset="0"/>
              </a:rPr>
              <a:t>Presupuesto por </a:t>
            </a:r>
            <a:r>
              <a:rPr lang="es-CL" sz="2000">
                <a:latin typeface="Aptos Display" panose="020B0004020202020204" pitchFamily="34" charset="0"/>
              </a:rPr>
              <a:t>unidad académica: $32.750.000</a:t>
            </a:r>
            <a:endParaRPr lang="es-CL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44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3F978D-D222-AC9F-ABC5-954EADE4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39956-421D-9937-61C6-8A106450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058" y="410845"/>
            <a:ext cx="8932862" cy="857885"/>
          </a:xfrm>
        </p:spPr>
        <p:txBody>
          <a:bodyPr>
            <a:noAutofit/>
          </a:bodyPr>
          <a:lstStyle/>
          <a:p>
            <a:r>
              <a:rPr lang="es-CL" sz="3200" dirty="0">
                <a:latin typeface="Aptos Narrow" panose="020B0004020202020204" pitchFamily="34" charset="0"/>
              </a:rPr>
              <a:t>Indicadores</a:t>
            </a:r>
            <a:endParaRPr lang="es-CL" sz="3200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84DB0CF-E6EA-F538-C48B-4693CBF7A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3652267"/>
              </p:ext>
            </p:extLst>
          </p:nvPr>
        </p:nvGraphicFramePr>
        <p:xfrm>
          <a:off x="1574165" y="1453515"/>
          <a:ext cx="9043670" cy="3376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lecha: doblada hacia arriba 5">
            <a:extLst>
              <a:ext uri="{FF2B5EF4-FFF2-40B4-BE49-F238E27FC236}">
                <a16:creationId xmlns:a16="http://schemas.microsoft.com/office/drawing/2014/main" id="{B6A923E1-0EEC-EC84-65CC-A3AB7E27B4D9}"/>
              </a:ext>
            </a:extLst>
          </p:cNvPr>
          <p:cNvSpPr/>
          <p:nvPr/>
        </p:nvSpPr>
        <p:spPr>
          <a:xfrm rot="5400000">
            <a:off x="2497138" y="4290059"/>
            <a:ext cx="1069022" cy="1943100"/>
          </a:xfrm>
          <a:prstGeom prst="bentUpArrow">
            <a:avLst>
              <a:gd name="adj1" fmla="val 25000"/>
              <a:gd name="adj2" fmla="val 36761"/>
              <a:gd name="adj3" fmla="val 25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B19F63-0885-748C-A969-EA47E455AD89}"/>
              </a:ext>
            </a:extLst>
          </p:cNvPr>
          <p:cNvSpPr txBox="1"/>
          <p:nvPr/>
        </p:nvSpPr>
        <p:spPr>
          <a:xfrm>
            <a:off x="4261564" y="4836277"/>
            <a:ext cx="65283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dirty="0">
                <a:latin typeface="Aptos Narrow" panose="020B0004020202020204" pitchFamily="34" charset="0"/>
              </a:rPr>
              <a:t>Contacto con las y los investigadores para consultar sobre las acciones que implementar para bajar la investigación a la docencia.</a:t>
            </a:r>
          </a:p>
        </p:txBody>
      </p:sp>
    </p:spTree>
    <p:extLst>
      <p:ext uri="{BB962C8B-B14F-4D97-AF65-F5344CB8AC3E}">
        <p14:creationId xmlns:p14="http://schemas.microsoft.com/office/powerpoint/2010/main" val="13910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9CEEB6-F989-B6AD-DB2B-76FF27F1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37C41-B680-548B-8F2A-810CA767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058" y="410845"/>
            <a:ext cx="8932862" cy="857885"/>
          </a:xfrm>
        </p:spPr>
        <p:txBody>
          <a:bodyPr>
            <a:noAutofit/>
          </a:bodyPr>
          <a:lstStyle/>
          <a:p>
            <a:r>
              <a:rPr lang="es-CL" sz="3200" dirty="0">
                <a:latin typeface="Aptos Narrow" panose="020B0004020202020204" pitchFamily="34" charset="0"/>
              </a:rPr>
              <a:t>Indicadores</a:t>
            </a:r>
            <a:endParaRPr lang="es-CL" sz="3200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1C03BA0-D404-9400-34E6-EE530400F4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4869092"/>
              </p:ext>
            </p:extLst>
          </p:nvPr>
        </p:nvGraphicFramePr>
        <p:xfrm>
          <a:off x="1574165" y="1417955"/>
          <a:ext cx="9043670" cy="3062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lecha: doblada hacia arriba 2">
            <a:extLst>
              <a:ext uri="{FF2B5EF4-FFF2-40B4-BE49-F238E27FC236}">
                <a16:creationId xmlns:a16="http://schemas.microsoft.com/office/drawing/2014/main" id="{88FA9B0A-3ECC-E68A-074D-208E16A435AF}"/>
              </a:ext>
            </a:extLst>
          </p:cNvPr>
          <p:cNvSpPr/>
          <p:nvPr/>
        </p:nvSpPr>
        <p:spPr>
          <a:xfrm rot="5400000">
            <a:off x="2497138" y="4290059"/>
            <a:ext cx="1069022" cy="1943100"/>
          </a:xfrm>
          <a:prstGeom prst="bentUpArrow">
            <a:avLst>
              <a:gd name="adj1" fmla="val 25000"/>
              <a:gd name="adj2" fmla="val 36761"/>
              <a:gd name="adj3" fmla="val 25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1FC36F-FAC6-3824-F4F6-ACF22AF6DFDE}"/>
              </a:ext>
            </a:extLst>
          </p:cNvPr>
          <p:cNvSpPr txBox="1"/>
          <p:nvPr/>
        </p:nvSpPr>
        <p:spPr>
          <a:xfrm>
            <a:off x="4261564" y="5190607"/>
            <a:ext cx="6528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dirty="0">
                <a:latin typeface="Aptos Narrow" panose="020B0004020202020204" pitchFamily="34" charset="0"/>
              </a:rPr>
              <a:t>Información entregada por la Vicerrectoría de Postgrado</a:t>
            </a:r>
          </a:p>
        </p:txBody>
      </p:sp>
    </p:spTree>
    <p:extLst>
      <p:ext uri="{BB962C8B-B14F-4D97-AF65-F5344CB8AC3E}">
        <p14:creationId xmlns:p14="http://schemas.microsoft.com/office/powerpoint/2010/main" val="233030041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1075</Words>
  <Application>Microsoft Office PowerPoint</Application>
  <PresentationFormat>Panorámica</PresentationFormat>
  <Paragraphs>97</Paragraphs>
  <Slides>13</Slides>
  <Notes>1</Notes>
  <HiddenSlides>4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Arial Narrow</vt:lpstr>
      <vt:lpstr>Calibri</vt:lpstr>
      <vt:lpstr>Calibri Light</vt:lpstr>
      <vt:lpstr>1_Tema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II. POLÍTICAS INSTITUCIONALES</vt:lpstr>
      <vt:lpstr>III. VALIDACIÓN POR PARTE DE LA COMUNIDAD ACADÉMICA</vt:lpstr>
      <vt:lpstr>IV. SOCIALIZACIÓN DE LAS POLÍTICAS</vt:lpstr>
      <vt:lpstr>Fondos concursables para la implementación de las políticas institucionales</vt:lpstr>
      <vt:lpstr>Fondos concursables para la implementación de las políticas institucionales</vt:lpstr>
      <vt:lpstr>Indicadores</vt:lpstr>
      <vt:lpstr>Indicadores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Victoria Gonzalez Escalona</cp:lastModifiedBy>
  <cp:revision>9</cp:revision>
  <dcterms:created xsi:type="dcterms:W3CDTF">2022-08-26T15:29:11Z</dcterms:created>
  <dcterms:modified xsi:type="dcterms:W3CDTF">2025-12-02T15:03:52Z</dcterms:modified>
</cp:coreProperties>
</file>